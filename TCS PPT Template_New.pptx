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9.xml"/>
  <Override ContentType="application/vnd.openxmlformats-officedocument.presentationml.slideMaster+xml" PartName="/ppt/slideMasters/slideMaster11.xml"/>
  <Override ContentType="application/vnd.openxmlformats-officedocument.presentationml.slideMaster+xml" PartName="/ppt/slideMasters/slideMaster10.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7.xml"/>
  <Override ContentType="application/vnd.openxmlformats-officedocument.presentationml.slideMaster+xml" PartName="/ppt/slideMasters/slideMaster6.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7.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11.xml"/>
  <Override ContentType="application/vnd.openxmlformats-officedocument.theme+xml" PartName="/ppt/theme/theme5.xml"/>
  <Override ContentType="application/vnd.openxmlformats-officedocument.theme+xml" PartName="/ppt/theme/theme8.xml"/>
  <Override ContentType="application/vnd.openxmlformats-officedocument.theme+xml" PartName="/ppt/theme/theme10.xml"/>
  <Override ContentType="application/vnd.openxmlformats-officedocument.theme+xml" PartName="/ppt/theme/theme12.xml"/>
  <Override ContentType="application/vnd.openxmlformats-officedocument.theme+xml" PartName="/ppt/theme/theme9.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2" r:id="rId3"/>
    <p:sldMasterId id="2147483673" r:id="rId4"/>
    <p:sldMasterId id="2147483674" r:id="rId5"/>
    <p:sldMasterId id="2147483675" r:id="rId6"/>
    <p:sldMasterId id="2147483676" r:id="rId7"/>
    <p:sldMasterId id="2147483677" r:id="rId8"/>
    <p:sldMasterId id="2147483678" r:id="rId9"/>
    <p:sldMasterId id="2147483679" r:id="rId10"/>
    <p:sldMasterId id="2147483680" r:id="rId11"/>
    <p:sldMasterId id="2147483681" r:id="rId12"/>
    <p:sldMasterId id="2147483682"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Lst>
  <p:sldSz cy="5143500" cx="9144000"/>
  <p:notesSz cx="20104100" cy="113157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6.xml"/><Relationship Id="rId22" Type="http://schemas.openxmlformats.org/officeDocument/2006/relationships/slide" Target="slides/slide8.xml"/><Relationship Id="rId21" Type="http://schemas.openxmlformats.org/officeDocument/2006/relationships/slide" Target="slides/slide7.xml"/><Relationship Id="rId24" Type="http://schemas.openxmlformats.org/officeDocument/2006/relationships/slide" Target="slides/slide10.xml"/><Relationship Id="rId23" Type="http://schemas.openxmlformats.org/officeDocument/2006/relationships/slide" Target="slides/slide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Master" Target="slideMasters/slideMaster7.xml"/><Relationship Id="rId26" Type="http://schemas.openxmlformats.org/officeDocument/2006/relationships/slide" Target="slides/slide12.xml"/><Relationship Id="rId25" Type="http://schemas.openxmlformats.org/officeDocument/2006/relationships/slide" Target="slides/slide11.xml"/><Relationship Id="rId28" Type="http://schemas.openxmlformats.org/officeDocument/2006/relationships/slide" Target="slides/slide14.xml"/><Relationship Id="rId27" Type="http://schemas.openxmlformats.org/officeDocument/2006/relationships/slide" Target="slides/slide13.xml"/><Relationship Id="rId5" Type="http://schemas.openxmlformats.org/officeDocument/2006/relationships/slideMaster" Target="slideMasters/slideMaster3.xml"/><Relationship Id="rId6" Type="http://schemas.openxmlformats.org/officeDocument/2006/relationships/slideMaster" Target="slideMasters/slideMaster4.xml"/><Relationship Id="rId7" Type="http://schemas.openxmlformats.org/officeDocument/2006/relationships/slideMaster" Target="slideMasters/slideMaster5.xml"/><Relationship Id="rId8" Type="http://schemas.openxmlformats.org/officeDocument/2006/relationships/slideMaster" Target="slideMasters/slideMaster6.xml"/><Relationship Id="rId11" Type="http://schemas.openxmlformats.org/officeDocument/2006/relationships/slideMaster" Target="slideMasters/slideMaster9.xml"/><Relationship Id="rId10" Type="http://schemas.openxmlformats.org/officeDocument/2006/relationships/slideMaster" Target="slideMasters/slideMaster8.xml"/><Relationship Id="rId13" Type="http://schemas.openxmlformats.org/officeDocument/2006/relationships/slideMaster" Target="slideMasters/slideMaster11.xml"/><Relationship Id="rId12" Type="http://schemas.openxmlformats.org/officeDocument/2006/relationships/slideMaster" Target="slideMasters/slideMaster10.xml"/><Relationship Id="rId15" Type="http://schemas.openxmlformats.org/officeDocument/2006/relationships/slide" Target="slides/slide1.xml"/><Relationship Id="rId14" Type="http://schemas.openxmlformats.org/officeDocument/2006/relationships/notesMaster" Target="notesMasters/notesMaster1.xml"/><Relationship Id="rId17" Type="http://schemas.openxmlformats.org/officeDocument/2006/relationships/slide" Target="slides/slide3.xml"/><Relationship Id="rId16" Type="http://schemas.openxmlformats.org/officeDocument/2006/relationships/slide" Target="slides/slide2.xml"/><Relationship Id="rId19" Type="http://schemas.openxmlformats.org/officeDocument/2006/relationships/slide" Target="slides/slide5.xml"/><Relationship Id="rId1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8712200" cy="56673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11387138" y="0"/>
            <a:ext cx="8712200" cy="56673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2009775" y="5445125"/>
            <a:ext cx="16084550" cy="4456113"/>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10748963"/>
            <a:ext cx="8712200" cy="56673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11387138" y="10748963"/>
            <a:ext cx="8712200" cy="56673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1" name="Google Shape;211;p2: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3: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2" name="Google Shape;232;p3: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4: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p4: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5: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8" name="Google Shape;258;p5: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6: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9" name="Google Shape;299;p6: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7: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6" name="Google Shape;316;p7: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8: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 name="Google Shape;323;p8: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9: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6" name="Google Shape;356;p9: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10: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3" name="Google Shape;383;p10: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p11: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9" name="Google Shape;469;p11: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12: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8" name="Google Shape;498;p12: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13: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9" name="Google Shape;529;p13: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4:notes"/>
          <p:cNvSpPr txBox="1"/>
          <p:nvPr>
            <p:ph idx="1" type="body"/>
          </p:nvPr>
        </p:nvSpPr>
        <p:spPr>
          <a:xfrm>
            <a:off x="2009775" y="5445125"/>
            <a:ext cx="16084550" cy="4456113"/>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3" name="Google Shape;533;p14:notes"/>
          <p:cNvSpPr/>
          <p:nvPr>
            <p:ph idx="2" type="sldImg"/>
          </p:nvPr>
        </p:nvSpPr>
        <p:spPr>
          <a:xfrm>
            <a:off x="6656388" y="1414463"/>
            <a:ext cx="6791325" cy="381952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22" name="Shape 22"/>
        <p:cNvGrpSpPr/>
        <p:nvPr/>
      </p:nvGrpSpPr>
      <p:grpSpPr>
        <a:xfrm>
          <a:off x="0" y="0"/>
          <a:ext cx="0" cy="0"/>
          <a:chOff x="0" y="0"/>
          <a:chExt cx="0" cy="0"/>
        </a:xfrm>
      </p:grpSpPr>
      <p:sp>
        <p:nvSpPr>
          <p:cNvPr id="23" name="Google Shape;23;p2"/>
          <p:cNvSpPr txBox="1"/>
          <p:nvPr>
            <p:ph type="title"/>
          </p:nvPr>
        </p:nvSpPr>
        <p:spPr>
          <a:xfrm>
            <a:off x="294001" y="1276354"/>
            <a:ext cx="4042988" cy="381515"/>
          </a:xfrm>
          <a:prstGeom prst="rect">
            <a:avLst/>
          </a:prstGeom>
          <a:noFill/>
          <a:ln>
            <a:noFill/>
          </a:ln>
        </p:spPr>
        <p:txBody>
          <a:bodyPr anchorCtr="0" anchor="t" bIns="0" lIns="0" spcFirstLastPara="1" rIns="0" wrap="square" tIns="12050">
            <a:noAutofit/>
          </a:bodyPr>
          <a:lstStyle>
            <a:lvl1pPr lvl="0" algn="l">
              <a:lnSpc>
                <a:spcPct val="100000"/>
              </a:lnSpc>
              <a:spcBef>
                <a:spcPts val="0"/>
              </a:spcBef>
              <a:spcAft>
                <a:spcPts val="0"/>
              </a:spcAft>
              <a:buClr>
                <a:schemeClr val="dk1"/>
              </a:buClr>
              <a:buSzPts val="2400"/>
              <a:buFont typeface="Calibri"/>
              <a:buNone/>
              <a:defRPr>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2"/>
          <p:cNvSpPr txBox="1"/>
          <p:nvPr>
            <p:ph idx="1" type="body"/>
          </p:nvPr>
        </p:nvSpPr>
        <p:spPr>
          <a:xfrm>
            <a:off x="287191" y="2136844"/>
            <a:ext cx="4042988" cy="263534"/>
          </a:xfrm>
          <a:prstGeom prst="rect">
            <a:avLst/>
          </a:prstGeom>
          <a:noFill/>
          <a:ln>
            <a:noFill/>
          </a:ln>
        </p:spPr>
        <p:txBody>
          <a:bodyPr anchorCtr="0" anchor="t" bIns="0" lIns="0" spcFirstLastPara="1" rIns="0" wrap="square" tIns="17125">
            <a:spAutoFit/>
          </a:bodyPr>
          <a:lstStyle>
            <a:lvl1pPr indent="-228600" lvl="0" marL="457200" algn="l">
              <a:lnSpc>
                <a:spcPct val="100000"/>
              </a:lnSpc>
              <a:spcBef>
                <a:spcPts val="0"/>
              </a:spcBef>
              <a:spcAft>
                <a:spcPts val="0"/>
              </a:spcAft>
              <a:buClr>
                <a:srgbClr val="4E84C4"/>
              </a:buClr>
              <a:buSzPts val="1600"/>
              <a:buNone/>
              <a:defRPr/>
            </a:lvl1pPr>
            <a:lvl2pPr indent="-228600" lvl="1" marL="914400" algn="l">
              <a:lnSpc>
                <a:spcPct val="90000"/>
              </a:lnSpc>
              <a:spcBef>
                <a:spcPts val="500"/>
              </a:spcBef>
              <a:spcAft>
                <a:spcPts val="0"/>
              </a:spcAft>
              <a:buClr>
                <a:schemeClr val="lt1"/>
              </a:buClr>
              <a:buSzPts val="2400"/>
              <a:buNone/>
              <a:defRPr/>
            </a:lvl2pPr>
            <a:lvl3pPr indent="-355600" lvl="2" marL="1371600" algn="l">
              <a:lnSpc>
                <a:spcPct val="90000"/>
              </a:lnSpc>
              <a:spcBef>
                <a:spcPts val="500"/>
              </a:spcBef>
              <a:spcAft>
                <a:spcPts val="0"/>
              </a:spcAft>
              <a:buClr>
                <a:schemeClr val="lt1"/>
              </a:buClr>
              <a:buSzPts val="2000"/>
              <a:buChar char="•"/>
              <a:defRPr/>
            </a:lvl3pPr>
            <a:lvl4pPr indent="-342900" lvl="3" marL="1828800" algn="l">
              <a:lnSpc>
                <a:spcPct val="90000"/>
              </a:lnSpc>
              <a:spcBef>
                <a:spcPts val="500"/>
              </a:spcBef>
              <a:spcAft>
                <a:spcPts val="0"/>
              </a:spcAft>
              <a:buClr>
                <a:schemeClr val="lt1"/>
              </a:buClr>
              <a:buSzPts val="1800"/>
              <a:buChar char="•"/>
              <a:defRPr/>
            </a:lvl4pPr>
            <a:lvl5pPr indent="-342900" lvl="4" marL="2286000" algn="l">
              <a:lnSpc>
                <a:spcPct val="90000"/>
              </a:lnSpc>
              <a:spcBef>
                <a:spcPts val="500"/>
              </a:spcBef>
              <a:spcAft>
                <a:spcPts val="0"/>
              </a:spcAft>
              <a:buClr>
                <a:schemeClr val="lt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5" name="Google Shape;25;p2"/>
          <p:cNvSpPr txBox="1"/>
          <p:nvPr>
            <p:ph idx="2" type="body"/>
          </p:nvPr>
        </p:nvSpPr>
        <p:spPr>
          <a:xfrm>
            <a:off x="281238" y="4364870"/>
            <a:ext cx="1331610" cy="153888"/>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Clr>
                <a:schemeClr val="dk1"/>
              </a:buClr>
              <a:buSzPts val="1000"/>
              <a:buFont typeface="Arial"/>
              <a:buNone/>
              <a:defRPr sz="1000">
                <a:solidFill>
                  <a:schemeClr val="dk1"/>
                </a:solidFill>
              </a:defRPr>
            </a:lvl1pPr>
            <a:lvl2pPr indent="-304800" lvl="1" marL="914400" algn="l">
              <a:lnSpc>
                <a:spcPct val="90000"/>
              </a:lnSpc>
              <a:spcBef>
                <a:spcPts val="500"/>
              </a:spcBef>
              <a:spcAft>
                <a:spcPts val="0"/>
              </a:spcAft>
              <a:buClr>
                <a:srgbClr val="3F3F3F"/>
              </a:buClr>
              <a:buSzPts val="1200"/>
              <a:buChar char="•"/>
              <a:defRPr sz="1200">
                <a:solidFill>
                  <a:srgbClr val="3F3F3F"/>
                </a:solidFill>
              </a:defRPr>
            </a:lvl2pPr>
            <a:lvl3pPr indent="-304800" lvl="2" marL="1371600" algn="l">
              <a:lnSpc>
                <a:spcPct val="90000"/>
              </a:lnSpc>
              <a:spcBef>
                <a:spcPts val="500"/>
              </a:spcBef>
              <a:spcAft>
                <a:spcPts val="0"/>
              </a:spcAft>
              <a:buClr>
                <a:srgbClr val="3F3F3F"/>
              </a:buClr>
              <a:buSzPts val="1200"/>
              <a:buChar char="•"/>
              <a:defRPr sz="1200">
                <a:solidFill>
                  <a:srgbClr val="3F3F3F"/>
                </a:solidFill>
              </a:defRPr>
            </a:lvl3pPr>
            <a:lvl4pPr indent="-304800" lvl="3" marL="1828800" algn="l">
              <a:lnSpc>
                <a:spcPct val="90000"/>
              </a:lnSpc>
              <a:spcBef>
                <a:spcPts val="500"/>
              </a:spcBef>
              <a:spcAft>
                <a:spcPts val="0"/>
              </a:spcAft>
              <a:buClr>
                <a:srgbClr val="3F3F3F"/>
              </a:buClr>
              <a:buSzPts val="1200"/>
              <a:buChar char="•"/>
              <a:defRPr sz="1200">
                <a:solidFill>
                  <a:srgbClr val="3F3F3F"/>
                </a:solidFill>
              </a:defRPr>
            </a:lvl4pPr>
            <a:lvl5pPr indent="-304800" lvl="4" marL="2286000" algn="l">
              <a:lnSpc>
                <a:spcPct val="90000"/>
              </a:lnSpc>
              <a:spcBef>
                <a:spcPts val="500"/>
              </a:spcBef>
              <a:spcAft>
                <a:spcPts val="0"/>
              </a:spcAft>
              <a:buClr>
                <a:srgbClr val="3F3F3F"/>
              </a:buClr>
              <a:buSzPts val="1200"/>
              <a:buChar char="•"/>
              <a:defRPr sz="1200">
                <a:solidFill>
                  <a:srgbClr val="3F3F3F"/>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2"/>
          <p:cNvSpPr/>
          <p:nvPr>
            <p:ph idx="3" type="pic"/>
          </p:nvPr>
        </p:nvSpPr>
        <p:spPr>
          <a:xfrm>
            <a:off x="4398264" y="1354933"/>
            <a:ext cx="4745736" cy="3163094"/>
          </a:xfrm>
          <a:prstGeom prst="rect">
            <a:avLst/>
          </a:prstGeom>
          <a:noFill/>
          <a:ln>
            <a:noFill/>
          </a:ln>
        </p:spPr>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27" name="Shape 27"/>
        <p:cNvGrpSpPr/>
        <p:nvPr/>
      </p:nvGrpSpPr>
      <p:grpSpPr>
        <a:xfrm>
          <a:off x="0" y="0"/>
          <a:ext cx="0" cy="0"/>
          <a:chOff x="0" y="0"/>
          <a:chExt cx="0" cy="0"/>
        </a:xfrm>
      </p:grpSpPr>
      <p:sp>
        <p:nvSpPr>
          <p:cNvPr id="28" name="Google Shape;28;p3"/>
          <p:cNvSpPr txBox="1"/>
          <p:nvPr>
            <p:ph type="ctrTitle"/>
          </p:nvPr>
        </p:nvSpPr>
        <p:spPr>
          <a:xfrm>
            <a:off x="517491" y="663191"/>
            <a:ext cx="3861079" cy="2143133"/>
          </a:xfrm>
          <a:prstGeom prst="rect">
            <a:avLst/>
          </a:prstGeom>
          <a:noFill/>
          <a:ln>
            <a:noFill/>
          </a:ln>
        </p:spPr>
        <p:txBody>
          <a:bodyPr anchorCtr="0" anchor="b" bIns="0" lIns="0" spcFirstLastPara="1" rIns="0" wrap="square" tIns="12050">
            <a:normAutofit/>
          </a:bodyPr>
          <a:lstStyle>
            <a:lvl1pPr lvl="0" algn="l">
              <a:lnSpc>
                <a:spcPct val="75000"/>
              </a:lnSpc>
              <a:spcBef>
                <a:spcPts val="0"/>
              </a:spcBef>
              <a:spcAft>
                <a:spcPts val="0"/>
              </a:spcAft>
              <a:buClr>
                <a:schemeClr val="dk1"/>
              </a:buClr>
              <a:buSzPts val="6000"/>
              <a:buFont typeface="Calibri"/>
              <a:buNone/>
              <a:defRPr b="1" sz="6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
          <p:cNvSpPr txBox="1"/>
          <p:nvPr>
            <p:ph idx="1" type="subTitle"/>
          </p:nvPr>
        </p:nvSpPr>
        <p:spPr>
          <a:xfrm>
            <a:off x="606043" y="3414687"/>
            <a:ext cx="3772527" cy="273844"/>
          </a:xfrm>
          <a:prstGeom prst="rect">
            <a:avLst/>
          </a:prstGeom>
          <a:noFill/>
          <a:ln>
            <a:noFill/>
          </a:ln>
        </p:spPr>
        <p:txBody>
          <a:bodyPr anchorCtr="0" anchor="t" bIns="0" lIns="0" spcFirstLastPara="1" rIns="0" wrap="square" tIns="17125">
            <a:normAutofit/>
          </a:bodyPr>
          <a:lstStyle>
            <a:lvl1pPr lvl="0" algn="l">
              <a:lnSpc>
                <a:spcPct val="100000"/>
              </a:lnSpc>
              <a:spcBef>
                <a:spcPts val="0"/>
              </a:spcBef>
              <a:spcAft>
                <a:spcPts val="0"/>
              </a:spcAft>
              <a:buClr>
                <a:srgbClr val="4E84C4"/>
              </a:buClr>
              <a:buSzPts val="1200"/>
              <a:buNone/>
              <a:defRPr b="1" sz="1200" cap="none"/>
            </a:lvl1pPr>
            <a:lvl2pPr lvl="1" algn="ctr">
              <a:lnSpc>
                <a:spcPct val="90000"/>
              </a:lnSpc>
              <a:spcBef>
                <a:spcPts val="500"/>
              </a:spcBef>
              <a:spcAft>
                <a:spcPts val="0"/>
              </a:spcAft>
              <a:buClr>
                <a:schemeClr val="lt1"/>
              </a:buClr>
              <a:buSzPts val="1500"/>
              <a:buNone/>
              <a:defRPr sz="1500"/>
            </a:lvl2pPr>
            <a:lvl3pPr lvl="2" algn="ctr">
              <a:lnSpc>
                <a:spcPct val="90000"/>
              </a:lnSpc>
              <a:spcBef>
                <a:spcPts val="500"/>
              </a:spcBef>
              <a:spcAft>
                <a:spcPts val="0"/>
              </a:spcAft>
              <a:buClr>
                <a:schemeClr val="lt1"/>
              </a:buClr>
              <a:buSzPts val="1350"/>
              <a:buNone/>
              <a:defRPr sz="1350"/>
            </a:lvl3pPr>
            <a:lvl4pPr lvl="3" algn="ctr">
              <a:lnSpc>
                <a:spcPct val="90000"/>
              </a:lnSpc>
              <a:spcBef>
                <a:spcPts val="500"/>
              </a:spcBef>
              <a:spcAft>
                <a:spcPts val="0"/>
              </a:spcAft>
              <a:buClr>
                <a:schemeClr val="lt1"/>
              </a:buClr>
              <a:buSzPts val="1200"/>
              <a:buNone/>
              <a:defRPr sz="1200"/>
            </a:lvl4pPr>
            <a:lvl5pPr lvl="4" algn="ctr">
              <a:lnSpc>
                <a:spcPct val="90000"/>
              </a:lnSpc>
              <a:spcBef>
                <a:spcPts val="500"/>
              </a:spcBef>
              <a:spcAft>
                <a:spcPts val="0"/>
              </a:spcAft>
              <a:buClr>
                <a:schemeClr val="lt1"/>
              </a:buClr>
              <a:buSzPts val="1200"/>
              <a:buNone/>
              <a:defRPr sz="1200"/>
            </a:lvl5pPr>
            <a:lvl6pPr lvl="5" algn="ctr">
              <a:lnSpc>
                <a:spcPct val="90000"/>
              </a:lnSpc>
              <a:spcBef>
                <a:spcPts val="500"/>
              </a:spcBef>
              <a:spcAft>
                <a:spcPts val="0"/>
              </a:spcAft>
              <a:buClr>
                <a:schemeClr val="dk1"/>
              </a:buClr>
              <a:buSzPts val="1200"/>
              <a:buNone/>
              <a:defRPr sz="1200"/>
            </a:lvl6pPr>
            <a:lvl7pPr lvl="6" algn="ctr">
              <a:lnSpc>
                <a:spcPct val="90000"/>
              </a:lnSpc>
              <a:spcBef>
                <a:spcPts val="500"/>
              </a:spcBef>
              <a:spcAft>
                <a:spcPts val="0"/>
              </a:spcAft>
              <a:buClr>
                <a:schemeClr val="dk1"/>
              </a:buClr>
              <a:buSzPts val="1200"/>
              <a:buNone/>
              <a:defRPr sz="1200"/>
            </a:lvl7pPr>
            <a:lvl8pPr lvl="7" algn="ctr">
              <a:lnSpc>
                <a:spcPct val="90000"/>
              </a:lnSpc>
              <a:spcBef>
                <a:spcPts val="500"/>
              </a:spcBef>
              <a:spcAft>
                <a:spcPts val="0"/>
              </a:spcAft>
              <a:buClr>
                <a:schemeClr val="dk1"/>
              </a:buClr>
              <a:buSzPts val="1200"/>
              <a:buNone/>
              <a:defRPr sz="1200"/>
            </a:lvl8pPr>
            <a:lvl9pPr lvl="8" algn="ctr">
              <a:lnSpc>
                <a:spcPct val="90000"/>
              </a:lnSpc>
              <a:spcBef>
                <a:spcPts val="500"/>
              </a:spcBef>
              <a:spcAft>
                <a:spcPts val="0"/>
              </a:spcAft>
              <a:buClr>
                <a:schemeClr val="dk1"/>
              </a:buClr>
              <a:buSzPts val="1200"/>
              <a:buNone/>
              <a:defRPr sz="1200"/>
            </a:lvl9pPr>
          </a:lstStyle>
          <a:p/>
        </p:txBody>
      </p:sp>
      <p:sp>
        <p:nvSpPr>
          <p:cNvPr id="30" name="Google Shape;30;p3"/>
          <p:cNvSpPr txBox="1"/>
          <p:nvPr>
            <p:ph idx="2" type="body"/>
          </p:nvPr>
        </p:nvSpPr>
        <p:spPr>
          <a:xfrm>
            <a:off x="606043" y="3696593"/>
            <a:ext cx="3772527" cy="1127008"/>
          </a:xfrm>
          <a:prstGeom prst="rect">
            <a:avLst/>
          </a:prstGeom>
          <a:noFill/>
          <a:ln>
            <a:noFill/>
          </a:ln>
        </p:spPr>
        <p:txBody>
          <a:bodyPr anchorCtr="0" anchor="t" bIns="0" lIns="0" spcFirstLastPara="1" rIns="0" wrap="square" tIns="17125">
            <a:normAutofit/>
          </a:bodyPr>
          <a:lstStyle>
            <a:lvl1pPr indent="-228600" lvl="0" marL="457200" algn="l">
              <a:lnSpc>
                <a:spcPct val="100000"/>
              </a:lnSpc>
              <a:spcBef>
                <a:spcPts val="0"/>
              </a:spcBef>
              <a:spcAft>
                <a:spcPts val="0"/>
              </a:spcAft>
              <a:buClr>
                <a:srgbClr val="4E84C4"/>
              </a:buClr>
              <a:buSzPts val="1200"/>
              <a:buNone/>
              <a:defRPr sz="1200"/>
            </a:lvl1pPr>
            <a:lvl2pPr indent="-228600" lvl="1" marL="914400" algn="l">
              <a:lnSpc>
                <a:spcPct val="90000"/>
              </a:lnSpc>
              <a:spcBef>
                <a:spcPts val="500"/>
              </a:spcBef>
              <a:spcAft>
                <a:spcPts val="0"/>
              </a:spcAft>
              <a:buClr>
                <a:schemeClr val="lt1"/>
              </a:buClr>
              <a:buSzPts val="2400"/>
              <a:buNone/>
              <a:defRPr/>
            </a:lvl2pPr>
            <a:lvl3pPr indent="-228600" lvl="2" marL="1371600" algn="l">
              <a:lnSpc>
                <a:spcPct val="90000"/>
              </a:lnSpc>
              <a:spcBef>
                <a:spcPts val="500"/>
              </a:spcBef>
              <a:spcAft>
                <a:spcPts val="0"/>
              </a:spcAft>
              <a:buClr>
                <a:schemeClr val="lt1"/>
              </a:buClr>
              <a:buSzPts val="2000"/>
              <a:buNone/>
              <a:defRPr/>
            </a:lvl3pPr>
            <a:lvl4pPr indent="-228600" lvl="3" marL="1828800" algn="l">
              <a:lnSpc>
                <a:spcPct val="90000"/>
              </a:lnSpc>
              <a:spcBef>
                <a:spcPts val="500"/>
              </a:spcBef>
              <a:spcAft>
                <a:spcPts val="0"/>
              </a:spcAft>
              <a:buClr>
                <a:schemeClr val="lt1"/>
              </a:buClr>
              <a:buSzPts val="1800"/>
              <a:buNone/>
              <a:defRPr/>
            </a:lvl4pPr>
            <a:lvl5pPr indent="-228600" lvl="4" marL="2286000" algn="l">
              <a:lnSpc>
                <a:spcPct val="90000"/>
              </a:lnSpc>
              <a:spcBef>
                <a:spcPts val="500"/>
              </a:spcBef>
              <a:spcAft>
                <a:spcPts val="0"/>
              </a:spcAft>
              <a:buClr>
                <a:schemeClr val="lt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cxnSp>
        <p:nvCxnSpPr>
          <p:cNvPr id="31" name="Google Shape;31;p3" title="Verticle Rule Line"/>
          <p:cNvCxnSpPr/>
          <p:nvPr/>
        </p:nvCxnSpPr>
        <p:spPr>
          <a:xfrm rot="10800000">
            <a:off x="647451" y="3062950"/>
            <a:ext cx="939906" cy="0"/>
          </a:xfrm>
          <a:prstGeom prst="straightConnector1">
            <a:avLst/>
          </a:prstGeom>
          <a:noFill/>
          <a:ln cap="flat" cmpd="sng" w="76200">
            <a:solidFill>
              <a:schemeClr val="accent2">
                <a:alpha val="50196"/>
              </a:schemeClr>
            </a:solidFill>
            <a:prstDash val="solid"/>
            <a:miter lim="8000"/>
            <a:headEnd len="sm" w="sm" type="none"/>
            <a:tailEnd len="sm" w="sm" type="none"/>
          </a:ln>
        </p:spPr>
      </p:cxnSp>
      <p:sp>
        <p:nvSpPr>
          <p:cNvPr id="32" name="Google Shape;32;p3"/>
          <p:cNvSpPr/>
          <p:nvPr>
            <p:ph idx="3" type="pic"/>
          </p:nvPr>
        </p:nvSpPr>
        <p:spPr>
          <a:xfrm>
            <a:off x="4656493" y="798611"/>
            <a:ext cx="3663542" cy="3768364"/>
          </a:xfrm>
          <a:prstGeom prst="ellipse">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5"/>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rgbClr val="4E84C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5"/>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45" name="Shape 45"/>
        <p:cNvGrpSpPr/>
        <p:nvPr/>
      </p:nvGrpSpPr>
      <p:grpSpPr>
        <a:xfrm>
          <a:off x="0" y="0"/>
          <a:ext cx="0" cy="0"/>
          <a:chOff x="0" y="0"/>
          <a:chExt cx="0" cy="0"/>
        </a:xfrm>
      </p:grpSpPr>
      <p:sp>
        <p:nvSpPr>
          <p:cNvPr id="46" name="Google Shape;46;p6"/>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rgbClr val="4E84C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92992" y="851829"/>
            <a:ext cx="7886700" cy="3262312"/>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SzPts val="1800"/>
              <a:buChar char="•"/>
              <a:defRPr/>
            </a:lvl1pPr>
            <a:lvl2pPr indent="-342900" lvl="1" marL="914400" algn="l">
              <a:lnSpc>
                <a:spcPct val="90000"/>
              </a:lnSpc>
              <a:spcBef>
                <a:spcPts val="500"/>
              </a:spcBef>
              <a:spcAft>
                <a:spcPts val="0"/>
              </a:spcAft>
              <a:buSzPts val="1800"/>
              <a:buChar char="−"/>
              <a:defRPr/>
            </a:lvl2pPr>
            <a:lvl3pPr indent="-342900" lvl="2" marL="1371600" algn="l">
              <a:lnSpc>
                <a:spcPct val="90000"/>
              </a:lnSpc>
              <a:spcBef>
                <a:spcPts val="500"/>
              </a:spcBef>
              <a:spcAft>
                <a:spcPts val="0"/>
              </a:spcAft>
              <a:buSzPts val="1800"/>
              <a:buChar char="•"/>
              <a:defRPr/>
            </a:lvl3pPr>
            <a:lvl4pPr indent="-342900" lvl="3" marL="1828800" algn="l">
              <a:lnSpc>
                <a:spcPct val="90000"/>
              </a:lnSpc>
              <a:spcBef>
                <a:spcPts val="500"/>
              </a:spcBef>
              <a:spcAft>
                <a:spcPts val="0"/>
              </a:spcAft>
              <a:buSzPts val="1800"/>
              <a:buChar char="o"/>
              <a:defRPr/>
            </a:lvl4pPr>
            <a:lvl5pPr indent="-330200" lvl="4" marL="2286000" algn="l">
              <a:lnSpc>
                <a:spcPct val="90000"/>
              </a:lnSpc>
              <a:spcBef>
                <a:spcPts val="500"/>
              </a:spcBef>
              <a:spcAft>
                <a:spcPts val="0"/>
              </a:spcAft>
              <a:buSzPts val="16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6"/>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6"/>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7"/>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7"/>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53" name="Shape 53"/>
        <p:cNvGrpSpPr/>
        <p:nvPr/>
      </p:nvGrpSpPr>
      <p:grpSpPr>
        <a:xfrm>
          <a:off x="0" y="0"/>
          <a:ext cx="0" cy="0"/>
          <a:chOff x="0" y="0"/>
          <a:chExt cx="0" cy="0"/>
        </a:xfrm>
      </p:grpSpPr>
      <p:sp>
        <p:nvSpPr>
          <p:cNvPr id="54" name="Google Shape;54;p8"/>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rgbClr val="4E84C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8"/>
          <p:cNvSpPr txBox="1"/>
          <p:nvPr>
            <p:ph idx="1" type="body"/>
          </p:nvPr>
        </p:nvSpPr>
        <p:spPr>
          <a:xfrm>
            <a:off x="287191" y="2136845"/>
            <a:ext cx="4042988" cy="238912"/>
          </a:xfrm>
          <a:prstGeom prst="rect">
            <a:avLst/>
          </a:prstGeom>
          <a:noFill/>
          <a:ln>
            <a:noFill/>
          </a:ln>
        </p:spPr>
        <p:txBody>
          <a:bodyPr anchorCtr="0" anchor="t" bIns="0" lIns="0" spcFirstLastPara="1" rIns="0" wrap="square" tIns="17125">
            <a:spAutoFit/>
          </a:bodyPr>
          <a:lstStyle>
            <a:lvl1pPr indent="-330200" lvl="0" marL="457200" algn="l">
              <a:lnSpc>
                <a:spcPct val="90000"/>
              </a:lnSpc>
              <a:spcBef>
                <a:spcPts val="1000"/>
              </a:spcBef>
              <a:spcAft>
                <a:spcPts val="0"/>
              </a:spcAft>
              <a:buSzPts val="1600"/>
              <a:buChar char="•"/>
              <a:defRPr/>
            </a:lvl1pPr>
            <a:lvl2pPr indent="-228600" lvl="1" marL="914400" algn="l">
              <a:lnSpc>
                <a:spcPct val="90000"/>
              </a:lnSpc>
              <a:spcBef>
                <a:spcPts val="500"/>
              </a:spcBef>
              <a:spcAft>
                <a:spcPts val="0"/>
              </a:spcAft>
              <a:buSzPts val="1600"/>
              <a:buNone/>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o"/>
              <a:defRPr/>
            </a:lvl4pPr>
            <a:lvl5pPr indent="-330200" lvl="4" marL="2286000" algn="l">
              <a:lnSpc>
                <a:spcPct val="90000"/>
              </a:lnSpc>
              <a:spcBef>
                <a:spcPts val="500"/>
              </a:spcBef>
              <a:spcAft>
                <a:spcPts val="0"/>
              </a:spcAft>
              <a:buSzPts val="16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6" name="Google Shape;56;p8"/>
          <p:cNvSpPr txBox="1"/>
          <p:nvPr>
            <p:ph idx="2" type="body"/>
          </p:nvPr>
        </p:nvSpPr>
        <p:spPr>
          <a:xfrm>
            <a:off x="281238" y="4364872"/>
            <a:ext cx="1331610" cy="138499"/>
          </a:xfrm>
          <a:prstGeom prst="rect">
            <a:avLst/>
          </a:prstGeom>
          <a:noFill/>
          <a:ln>
            <a:noFill/>
          </a:ln>
        </p:spPr>
        <p:txBody>
          <a:bodyPr anchorCtr="0" anchor="t" bIns="0" lIns="0" spcFirstLastPara="1" rIns="0" wrap="square" tIns="0">
            <a:spAutoFit/>
          </a:bodyPr>
          <a:lstStyle>
            <a:lvl1pPr indent="-228600" lvl="0" marL="457200" algn="l">
              <a:lnSpc>
                <a:spcPct val="90000"/>
              </a:lnSpc>
              <a:spcBef>
                <a:spcPts val="1000"/>
              </a:spcBef>
              <a:spcAft>
                <a:spcPts val="0"/>
              </a:spcAft>
              <a:buSzPts val="1000"/>
              <a:buFont typeface="Arial"/>
              <a:buNone/>
              <a:defRPr sz="1000">
                <a:solidFill>
                  <a:srgbClr val="F4F3F9"/>
                </a:solidFill>
              </a:defRPr>
            </a:lvl1pPr>
            <a:lvl2pPr indent="-304800" lvl="1" marL="914400" algn="l">
              <a:lnSpc>
                <a:spcPct val="90000"/>
              </a:lnSpc>
              <a:spcBef>
                <a:spcPts val="500"/>
              </a:spcBef>
              <a:spcAft>
                <a:spcPts val="0"/>
              </a:spcAft>
              <a:buSzPts val="1200"/>
              <a:buChar char="−"/>
              <a:defRPr sz="1200">
                <a:solidFill>
                  <a:srgbClr val="3F3F3F"/>
                </a:solidFill>
              </a:defRPr>
            </a:lvl2pPr>
            <a:lvl3pPr indent="-304800" lvl="2" marL="1371600" algn="l">
              <a:lnSpc>
                <a:spcPct val="90000"/>
              </a:lnSpc>
              <a:spcBef>
                <a:spcPts val="500"/>
              </a:spcBef>
              <a:spcAft>
                <a:spcPts val="0"/>
              </a:spcAft>
              <a:buSzPts val="1200"/>
              <a:buChar char="•"/>
              <a:defRPr sz="1200">
                <a:solidFill>
                  <a:srgbClr val="3F3F3F"/>
                </a:solidFill>
              </a:defRPr>
            </a:lvl3pPr>
            <a:lvl4pPr indent="-304800" lvl="3" marL="1828800" algn="l">
              <a:lnSpc>
                <a:spcPct val="90000"/>
              </a:lnSpc>
              <a:spcBef>
                <a:spcPts val="500"/>
              </a:spcBef>
              <a:spcAft>
                <a:spcPts val="0"/>
              </a:spcAft>
              <a:buSzPts val="1200"/>
              <a:buChar char="o"/>
              <a:defRPr sz="1200">
                <a:solidFill>
                  <a:srgbClr val="3F3F3F"/>
                </a:solidFill>
              </a:defRPr>
            </a:lvl4pPr>
            <a:lvl5pPr indent="-304800" lvl="4" marL="2286000" algn="l">
              <a:lnSpc>
                <a:spcPct val="90000"/>
              </a:lnSpc>
              <a:spcBef>
                <a:spcPts val="500"/>
              </a:spcBef>
              <a:spcAft>
                <a:spcPts val="0"/>
              </a:spcAft>
              <a:buSzPts val="1200"/>
              <a:buChar char="•"/>
              <a:defRPr sz="1200">
                <a:solidFill>
                  <a:srgbClr val="3F3F3F"/>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ustom Layout">
  <p:cSld name="1_Custom Layout">
    <p:spTree>
      <p:nvGrpSpPr>
        <p:cNvPr id="57" name="Shape 57"/>
        <p:cNvGrpSpPr/>
        <p:nvPr/>
      </p:nvGrpSpPr>
      <p:grpSpPr>
        <a:xfrm>
          <a:off x="0" y="0"/>
          <a:ext cx="0" cy="0"/>
          <a:chOff x="0" y="0"/>
          <a:chExt cx="0" cy="0"/>
        </a:xfrm>
      </p:grpSpPr>
      <p:sp>
        <p:nvSpPr>
          <p:cNvPr id="58" name="Google Shape;58;p9"/>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rgbClr val="4E84C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9"/>
          <p:cNvSpPr txBox="1"/>
          <p:nvPr>
            <p:ph idx="1" type="body"/>
          </p:nvPr>
        </p:nvSpPr>
        <p:spPr>
          <a:xfrm>
            <a:off x="287191" y="2136844"/>
            <a:ext cx="4042988" cy="238912"/>
          </a:xfrm>
          <a:prstGeom prst="rect">
            <a:avLst/>
          </a:prstGeom>
          <a:noFill/>
          <a:ln>
            <a:noFill/>
          </a:ln>
        </p:spPr>
        <p:txBody>
          <a:bodyPr anchorCtr="0" anchor="t" bIns="0" lIns="0" spcFirstLastPara="1" rIns="0" wrap="square" tIns="17125">
            <a:spAutoFit/>
          </a:bodyPr>
          <a:lstStyle>
            <a:lvl1pPr indent="-330200" lvl="0" marL="457200" algn="l">
              <a:lnSpc>
                <a:spcPct val="90000"/>
              </a:lnSpc>
              <a:spcBef>
                <a:spcPts val="1000"/>
              </a:spcBef>
              <a:spcAft>
                <a:spcPts val="0"/>
              </a:spcAft>
              <a:buSzPts val="1600"/>
              <a:buChar char="•"/>
              <a:defRPr/>
            </a:lvl1pPr>
            <a:lvl2pPr indent="-228600" lvl="1" marL="914400" algn="l">
              <a:lnSpc>
                <a:spcPct val="90000"/>
              </a:lnSpc>
              <a:spcBef>
                <a:spcPts val="500"/>
              </a:spcBef>
              <a:spcAft>
                <a:spcPts val="0"/>
              </a:spcAft>
              <a:buSzPts val="1600"/>
              <a:buNone/>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o"/>
              <a:defRPr/>
            </a:lvl4pPr>
            <a:lvl5pPr indent="-330200" lvl="4" marL="2286000" algn="l">
              <a:lnSpc>
                <a:spcPct val="90000"/>
              </a:lnSpc>
              <a:spcBef>
                <a:spcPts val="500"/>
              </a:spcBef>
              <a:spcAft>
                <a:spcPts val="0"/>
              </a:spcAft>
              <a:buSzPts val="16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0" name="Google Shape;60;p9"/>
          <p:cNvSpPr txBox="1"/>
          <p:nvPr>
            <p:ph idx="2" type="body"/>
          </p:nvPr>
        </p:nvSpPr>
        <p:spPr>
          <a:xfrm>
            <a:off x="281238" y="4364871"/>
            <a:ext cx="1331610" cy="138499"/>
          </a:xfrm>
          <a:prstGeom prst="rect">
            <a:avLst/>
          </a:prstGeom>
          <a:noFill/>
          <a:ln>
            <a:noFill/>
          </a:ln>
        </p:spPr>
        <p:txBody>
          <a:bodyPr anchorCtr="0" anchor="t" bIns="0" lIns="0" spcFirstLastPara="1" rIns="0" wrap="square" tIns="0">
            <a:spAutoFit/>
          </a:bodyPr>
          <a:lstStyle>
            <a:lvl1pPr indent="-228600" lvl="0" marL="457200" algn="l">
              <a:lnSpc>
                <a:spcPct val="90000"/>
              </a:lnSpc>
              <a:spcBef>
                <a:spcPts val="1000"/>
              </a:spcBef>
              <a:spcAft>
                <a:spcPts val="0"/>
              </a:spcAft>
              <a:buSzPts val="1000"/>
              <a:buFont typeface="Arial"/>
              <a:buNone/>
              <a:defRPr sz="1000">
                <a:solidFill>
                  <a:srgbClr val="F4F3F9"/>
                </a:solidFill>
              </a:defRPr>
            </a:lvl1pPr>
            <a:lvl2pPr indent="-304800" lvl="1" marL="914400" algn="l">
              <a:lnSpc>
                <a:spcPct val="90000"/>
              </a:lnSpc>
              <a:spcBef>
                <a:spcPts val="500"/>
              </a:spcBef>
              <a:spcAft>
                <a:spcPts val="0"/>
              </a:spcAft>
              <a:buSzPts val="1200"/>
              <a:buChar char="−"/>
              <a:defRPr sz="1200">
                <a:solidFill>
                  <a:srgbClr val="3F3F3F"/>
                </a:solidFill>
              </a:defRPr>
            </a:lvl2pPr>
            <a:lvl3pPr indent="-304800" lvl="2" marL="1371600" algn="l">
              <a:lnSpc>
                <a:spcPct val="90000"/>
              </a:lnSpc>
              <a:spcBef>
                <a:spcPts val="500"/>
              </a:spcBef>
              <a:spcAft>
                <a:spcPts val="0"/>
              </a:spcAft>
              <a:buSzPts val="1200"/>
              <a:buChar char="•"/>
              <a:defRPr sz="1200">
                <a:solidFill>
                  <a:srgbClr val="3F3F3F"/>
                </a:solidFill>
              </a:defRPr>
            </a:lvl3pPr>
            <a:lvl4pPr indent="-304800" lvl="3" marL="1828800" algn="l">
              <a:lnSpc>
                <a:spcPct val="90000"/>
              </a:lnSpc>
              <a:spcBef>
                <a:spcPts val="500"/>
              </a:spcBef>
              <a:spcAft>
                <a:spcPts val="0"/>
              </a:spcAft>
              <a:buSzPts val="1200"/>
              <a:buChar char="o"/>
              <a:defRPr sz="1200">
                <a:solidFill>
                  <a:srgbClr val="3F3F3F"/>
                </a:solidFill>
              </a:defRPr>
            </a:lvl4pPr>
            <a:lvl5pPr indent="-304800" lvl="4" marL="2286000" algn="l">
              <a:lnSpc>
                <a:spcPct val="90000"/>
              </a:lnSpc>
              <a:spcBef>
                <a:spcPts val="500"/>
              </a:spcBef>
              <a:spcAft>
                <a:spcPts val="0"/>
              </a:spcAft>
              <a:buSzPts val="1200"/>
              <a:buChar char="•"/>
              <a:defRPr sz="1200">
                <a:solidFill>
                  <a:srgbClr val="3F3F3F"/>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spTree>
      <p:nvGrpSpPr>
        <p:cNvPr id="61" name="Shape 61"/>
        <p:cNvGrpSpPr/>
        <p:nvPr/>
      </p:nvGrpSpPr>
      <p:grpSpPr>
        <a:xfrm>
          <a:off x="0" y="0"/>
          <a:ext cx="0" cy="0"/>
          <a:chOff x="0" y="0"/>
          <a:chExt cx="0" cy="0"/>
        </a:xfrm>
      </p:grpSpPr>
      <p:sp>
        <p:nvSpPr>
          <p:cNvPr id="62" name="Google Shape;62;p10"/>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rgbClr val="4E84C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txBox="1"/>
          <p:nvPr>
            <p:ph idx="1" type="body"/>
          </p:nvPr>
        </p:nvSpPr>
        <p:spPr>
          <a:xfrm>
            <a:off x="287191" y="2136845"/>
            <a:ext cx="4042988" cy="238912"/>
          </a:xfrm>
          <a:prstGeom prst="rect">
            <a:avLst/>
          </a:prstGeom>
          <a:noFill/>
          <a:ln>
            <a:noFill/>
          </a:ln>
        </p:spPr>
        <p:txBody>
          <a:bodyPr anchorCtr="0" anchor="t" bIns="0" lIns="0" spcFirstLastPara="1" rIns="0" wrap="square" tIns="17125">
            <a:spAutoFit/>
          </a:bodyPr>
          <a:lstStyle>
            <a:lvl1pPr indent="-330200" lvl="0" marL="457200" algn="l">
              <a:lnSpc>
                <a:spcPct val="90000"/>
              </a:lnSpc>
              <a:spcBef>
                <a:spcPts val="1000"/>
              </a:spcBef>
              <a:spcAft>
                <a:spcPts val="0"/>
              </a:spcAft>
              <a:buSzPts val="1600"/>
              <a:buChar char="•"/>
              <a:defRPr/>
            </a:lvl1pPr>
            <a:lvl2pPr indent="-228600" lvl="1" marL="914400" algn="l">
              <a:lnSpc>
                <a:spcPct val="90000"/>
              </a:lnSpc>
              <a:spcBef>
                <a:spcPts val="500"/>
              </a:spcBef>
              <a:spcAft>
                <a:spcPts val="0"/>
              </a:spcAft>
              <a:buSzPts val="1600"/>
              <a:buNone/>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o"/>
              <a:defRPr/>
            </a:lvl4pPr>
            <a:lvl5pPr indent="-330200" lvl="4" marL="2286000" algn="l">
              <a:lnSpc>
                <a:spcPct val="90000"/>
              </a:lnSpc>
              <a:spcBef>
                <a:spcPts val="500"/>
              </a:spcBef>
              <a:spcAft>
                <a:spcPts val="0"/>
              </a:spcAft>
              <a:buSzPts val="16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4" name="Google Shape;64;p10"/>
          <p:cNvSpPr txBox="1"/>
          <p:nvPr>
            <p:ph idx="2" type="body"/>
          </p:nvPr>
        </p:nvSpPr>
        <p:spPr>
          <a:xfrm>
            <a:off x="281238" y="4364871"/>
            <a:ext cx="1331610" cy="138499"/>
          </a:xfrm>
          <a:prstGeom prst="rect">
            <a:avLst/>
          </a:prstGeom>
          <a:noFill/>
          <a:ln>
            <a:noFill/>
          </a:ln>
        </p:spPr>
        <p:txBody>
          <a:bodyPr anchorCtr="0" anchor="t" bIns="0" lIns="0" spcFirstLastPara="1" rIns="0" wrap="square" tIns="0">
            <a:spAutoFit/>
          </a:bodyPr>
          <a:lstStyle>
            <a:lvl1pPr indent="-228600" lvl="0" marL="457200" algn="l">
              <a:lnSpc>
                <a:spcPct val="90000"/>
              </a:lnSpc>
              <a:spcBef>
                <a:spcPts val="1000"/>
              </a:spcBef>
              <a:spcAft>
                <a:spcPts val="0"/>
              </a:spcAft>
              <a:buSzPts val="1000"/>
              <a:buFont typeface="Arial"/>
              <a:buNone/>
              <a:defRPr sz="1000">
                <a:solidFill>
                  <a:srgbClr val="F4F3F9"/>
                </a:solidFill>
              </a:defRPr>
            </a:lvl1pPr>
            <a:lvl2pPr indent="-304800" lvl="1" marL="914400" algn="l">
              <a:lnSpc>
                <a:spcPct val="90000"/>
              </a:lnSpc>
              <a:spcBef>
                <a:spcPts val="500"/>
              </a:spcBef>
              <a:spcAft>
                <a:spcPts val="0"/>
              </a:spcAft>
              <a:buSzPts val="1200"/>
              <a:buChar char="−"/>
              <a:defRPr sz="1200">
                <a:solidFill>
                  <a:srgbClr val="3F3F3F"/>
                </a:solidFill>
              </a:defRPr>
            </a:lvl2pPr>
            <a:lvl3pPr indent="-304800" lvl="2" marL="1371600" algn="l">
              <a:lnSpc>
                <a:spcPct val="90000"/>
              </a:lnSpc>
              <a:spcBef>
                <a:spcPts val="500"/>
              </a:spcBef>
              <a:spcAft>
                <a:spcPts val="0"/>
              </a:spcAft>
              <a:buSzPts val="1200"/>
              <a:buChar char="•"/>
              <a:defRPr sz="1200">
                <a:solidFill>
                  <a:srgbClr val="3F3F3F"/>
                </a:solidFill>
              </a:defRPr>
            </a:lvl3pPr>
            <a:lvl4pPr indent="-304800" lvl="3" marL="1828800" algn="l">
              <a:lnSpc>
                <a:spcPct val="90000"/>
              </a:lnSpc>
              <a:spcBef>
                <a:spcPts val="500"/>
              </a:spcBef>
              <a:spcAft>
                <a:spcPts val="0"/>
              </a:spcAft>
              <a:buSzPts val="1200"/>
              <a:buChar char="o"/>
              <a:defRPr sz="1200">
                <a:solidFill>
                  <a:srgbClr val="3F3F3F"/>
                </a:solidFill>
              </a:defRPr>
            </a:lvl4pPr>
            <a:lvl5pPr indent="-304800" lvl="4" marL="2286000" algn="l">
              <a:lnSpc>
                <a:spcPct val="90000"/>
              </a:lnSpc>
              <a:spcBef>
                <a:spcPts val="500"/>
              </a:spcBef>
              <a:spcAft>
                <a:spcPts val="0"/>
              </a:spcAft>
              <a:buSzPts val="1200"/>
              <a:buChar char="•"/>
              <a:defRPr sz="1200">
                <a:solidFill>
                  <a:srgbClr val="3F3F3F"/>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spTree>
      <p:nvGrpSpPr>
        <p:cNvPr id="65" name="Shape 65"/>
        <p:cNvGrpSpPr/>
        <p:nvPr/>
      </p:nvGrpSpPr>
      <p:grpSpPr>
        <a:xfrm>
          <a:off x="0" y="0"/>
          <a:ext cx="0" cy="0"/>
          <a:chOff x="0" y="0"/>
          <a:chExt cx="0" cy="0"/>
        </a:xfrm>
      </p:grpSpPr>
      <p:sp>
        <p:nvSpPr>
          <p:cNvPr id="66" name="Google Shape;66;p11"/>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rgbClr val="4E84C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11"/>
          <p:cNvSpPr txBox="1"/>
          <p:nvPr>
            <p:ph idx="1" type="body"/>
          </p:nvPr>
        </p:nvSpPr>
        <p:spPr>
          <a:xfrm>
            <a:off x="287191" y="2136844"/>
            <a:ext cx="4042988" cy="263534"/>
          </a:xfrm>
          <a:prstGeom prst="rect">
            <a:avLst/>
          </a:prstGeom>
          <a:noFill/>
          <a:ln>
            <a:noFill/>
          </a:ln>
        </p:spPr>
        <p:txBody>
          <a:bodyPr anchorCtr="0" anchor="t" bIns="0" lIns="0" spcFirstLastPara="1" rIns="0" wrap="square" tIns="17125">
            <a:spAutoFit/>
          </a:bodyPr>
          <a:lstStyle>
            <a:lvl1pPr indent="-330200" lvl="0" marL="457200" algn="l">
              <a:lnSpc>
                <a:spcPct val="90000"/>
              </a:lnSpc>
              <a:spcBef>
                <a:spcPts val="1000"/>
              </a:spcBef>
              <a:spcAft>
                <a:spcPts val="0"/>
              </a:spcAft>
              <a:buSzPts val="1600"/>
              <a:buChar char="•"/>
              <a:defRPr/>
            </a:lvl1pPr>
            <a:lvl2pPr indent="-228600" lvl="1" marL="914400" algn="l">
              <a:lnSpc>
                <a:spcPct val="90000"/>
              </a:lnSpc>
              <a:spcBef>
                <a:spcPts val="500"/>
              </a:spcBef>
              <a:spcAft>
                <a:spcPts val="0"/>
              </a:spcAft>
              <a:buSzPts val="1600"/>
              <a:buNone/>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o"/>
              <a:defRPr/>
            </a:lvl4pPr>
            <a:lvl5pPr indent="-330200" lvl="4" marL="2286000" algn="l">
              <a:lnSpc>
                <a:spcPct val="90000"/>
              </a:lnSpc>
              <a:spcBef>
                <a:spcPts val="500"/>
              </a:spcBef>
              <a:spcAft>
                <a:spcPts val="0"/>
              </a:spcAft>
              <a:buSzPts val="16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8" name="Google Shape;68;p11"/>
          <p:cNvSpPr txBox="1"/>
          <p:nvPr>
            <p:ph idx="2" type="body"/>
          </p:nvPr>
        </p:nvSpPr>
        <p:spPr>
          <a:xfrm>
            <a:off x="281238" y="4364870"/>
            <a:ext cx="1331610" cy="153888"/>
          </a:xfrm>
          <a:prstGeom prst="rect">
            <a:avLst/>
          </a:prstGeom>
          <a:noFill/>
          <a:ln>
            <a:noFill/>
          </a:ln>
        </p:spPr>
        <p:txBody>
          <a:bodyPr anchorCtr="0" anchor="t" bIns="0" lIns="0" spcFirstLastPara="1" rIns="0" wrap="square" tIns="0">
            <a:spAutoFit/>
          </a:bodyPr>
          <a:lstStyle>
            <a:lvl1pPr indent="-228600" lvl="0" marL="457200" algn="l">
              <a:lnSpc>
                <a:spcPct val="90000"/>
              </a:lnSpc>
              <a:spcBef>
                <a:spcPts val="1000"/>
              </a:spcBef>
              <a:spcAft>
                <a:spcPts val="0"/>
              </a:spcAft>
              <a:buSzPts val="1000"/>
              <a:buFont typeface="Arial"/>
              <a:buNone/>
              <a:defRPr sz="1000">
                <a:solidFill>
                  <a:srgbClr val="F4F3F9"/>
                </a:solidFill>
              </a:defRPr>
            </a:lvl1pPr>
            <a:lvl2pPr indent="-304800" lvl="1" marL="914400" algn="l">
              <a:lnSpc>
                <a:spcPct val="90000"/>
              </a:lnSpc>
              <a:spcBef>
                <a:spcPts val="500"/>
              </a:spcBef>
              <a:spcAft>
                <a:spcPts val="0"/>
              </a:spcAft>
              <a:buSzPts val="1200"/>
              <a:buChar char="−"/>
              <a:defRPr sz="1200">
                <a:solidFill>
                  <a:srgbClr val="3F3F3F"/>
                </a:solidFill>
              </a:defRPr>
            </a:lvl2pPr>
            <a:lvl3pPr indent="-304800" lvl="2" marL="1371600" algn="l">
              <a:lnSpc>
                <a:spcPct val="90000"/>
              </a:lnSpc>
              <a:spcBef>
                <a:spcPts val="500"/>
              </a:spcBef>
              <a:spcAft>
                <a:spcPts val="0"/>
              </a:spcAft>
              <a:buSzPts val="1200"/>
              <a:buChar char="•"/>
              <a:defRPr sz="1200">
                <a:solidFill>
                  <a:srgbClr val="3F3F3F"/>
                </a:solidFill>
              </a:defRPr>
            </a:lvl3pPr>
            <a:lvl4pPr indent="-304800" lvl="3" marL="1828800" algn="l">
              <a:lnSpc>
                <a:spcPct val="90000"/>
              </a:lnSpc>
              <a:spcBef>
                <a:spcPts val="500"/>
              </a:spcBef>
              <a:spcAft>
                <a:spcPts val="0"/>
              </a:spcAft>
              <a:buSzPts val="1200"/>
              <a:buChar char="o"/>
              <a:defRPr sz="1200">
                <a:solidFill>
                  <a:srgbClr val="3F3F3F"/>
                </a:solidFill>
              </a:defRPr>
            </a:lvl4pPr>
            <a:lvl5pPr indent="-304800" lvl="4" marL="2286000" algn="l">
              <a:lnSpc>
                <a:spcPct val="90000"/>
              </a:lnSpc>
              <a:spcBef>
                <a:spcPts val="500"/>
              </a:spcBef>
              <a:spcAft>
                <a:spcPts val="0"/>
              </a:spcAft>
              <a:buSzPts val="1200"/>
              <a:buChar char="•"/>
              <a:defRPr sz="1200">
                <a:solidFill>
                  <a:srgbClr val="3F3F3F"/>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69" name="Shape 69"/>
        <p:cNvGrpSpPr/>
        <p:nvPr/>
      </p:nvGrpSpPr>
      <p:grpSpPr>
        <a:xfrm>
          <a:off x="0" y="0"/>
          <a:ext cx="0" cy="0"/>
          <a:chOff x="0" y="0"/>
          <a:chExt cx="0" cy="0"/>
        </a:xfrm>
      </p:grpSpPr>
      <p:sp>
        <p:nvSpPr>
          <p:cNvPr id="70" name="Google Shape;70;p12"/>
          <p:cNvSpPr txBox="1"/>
          <p:nvPr>
            <p:ph type="ctrTitle"/>
          </p:nvPr>
        </p:nvSpPr>
        <p:spPr>
          <a:xfrm>
            <a:off x="575899" y="330575"/>
            <a:ext cx="7879790" cy="439937"/>
          </a:xfrm>
          <a:prstGeom prst="rect">
            <a:avLst/>
          </a:prstGeom>
          <a:noFill/>
          <a:ln>
            <a:noFill/>
          </a:ln>
        </p:spPr>
        <p:txBody>
          <a:bodyPr anchorCtr="0" anchor="b" bIns="45700" lIns="91425" spcFirstLastPara="1" rIns="91425" wrap="square" tIns="45700">
            <a:normAutofit/>
          </a:bodyPr>
          <a:lstStyle>
            <a:lvl1pPr lvl="0" algn="l">
              <a:lnSpc>
                <a:spcPct val="75000"/>
              </a:lnSpc>
              <a:spcBef>
                <a:spcPts val="0"/>
              </a:spcBef>
              <a:spcAft>
                <a:spcPts val="0"/>
              </a:spcAft>
              <a:buClr>
                <a:srgbClr val="4E84C4"/>
              </a:buClr>
              <a:buSzPts val="2400"/>
              <a:buFont typeface="Calibri"/>
              <a:buNone/>
              <a:defRPr b="1" sz="24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cxnSp>
        <p:nvCxnSpPr>
          <p:cNvPr id="71" name="Google Shape;71;p12" title="Verticle Rule Line"/>
          <p:cNvCxnSpPr/>
          <p:nvPr/>
        </p:nvCxnSpPr>
        <p:spPr>
          <a:xfrm rot="10800000">
            <a:off x="639914" y="1028160"/>
            <a:ext cx="939906" cy="0"/>
          </a:xfrm>
          <a:prstGeom prst="straightConnector1">
            <a:avLst/>
          </a:prstGeom>
          <a:noFill/>
          <a:ln cap="flat" cmpd="sng" w="76200">
            <a:solidFill>
              <a:schemeClr val="accent2">
                <a:alpha val="50196"/>
              </a:schemeClr>
            </a:solidFill>
            <a:prstDash val="solid"/>
            <a:miter lim="8000"/>
            <a:headEnd len="sm" w="sm" type="none"/>
            <a:tailEnd len="sm" w="sm" type="none"/>
          </a:ln>
        </p:spPr>
      </p:cxnSp>
      <p:sp>
        <p:nvSpPr>
          <p:cNvPr id="72" name="Google Shape;72;p12"/>
          <p:cNvSpPr txBox="1"/>
          <p:nvPr>
            <p:ph idx="11" type="ftr"/>
          </p:nvPr>
        </p:nvSpPr>
        <p:spPr>
          <a:xfrm>
            <a:off x="575899" y="4637626"/>
            <a:ext cx="2370780" cy="273844"/>
          </a:xfrm>
          <a:prstGeom prst="rect">
            <a:avLst/>
          </a:prstGeom>
          <a:noFill/>
          <a:ln>
            <a:noFill/>
          </a:ln>
        </p:spPr>
        <p:txBody>
          <a:bodyPr anchorCtr="0" anchor="ctr" bIns="45700" lIns="64000" spcFirstLastPara="1" rIns="91425" wrap="square" tIns="45700">
            <a:noAutofit/>
          </a:bodyPr>
          <a:lstStyle>
            <a:lvl1pPr lvl="0" algn="l">
              <a:spcBef>
                <a:spcPts val="0"/>
              </a:spcBef>
              <a:spcAft>
                <a:spcPts val="0"/>
              </a:spcAft>
              <a:buSzPts val="1400"/>
              <a:buNone/>
              <a:defRPr sz="75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2"/>
          <p:cNvSpPr txBox="1"/>
          <p:nvPr>
            <p:ph idx="12" type="sldNum"/>
          </p:nvPr>
        </p:nvSpPr>
        <p:spPr>
          <a:xfrm>
            <a:off x="6575602" y="4637626"/>
            <a:ext cx="1944987" cy="273844"/>
          </a:xfrm>
          <a:prstGeom prst="rect">
            <a:avLst/>
          </a:prstGeom>
          <a:noFill/>
          <a:ln>
            <a:noFill/>
          </a:ln>
        </p:spPr>
        <p:txBody>
          <a:bodyPr anchorCtr="0" anchor="ctr" bIns="34275" lIns="0" spcFirstLastPara="1" rIns="0" wrap="square" tIns="0">
            <a:noAutofit/>
          </a:bodyPr>
          <a:lstStyle>
            <a:lvl1pPr indent="0" lvl="0" marL="0" algn="l">
              <a:spcBef>
                <a:spcPts val="0"/>
              </a:spcBef>
              <a:buNone/>
              <a:defRPr b="1" sz="750" cap="none">
                <a:solidFill>
                  <a:srgbClr val="7F7F7F"/>
                </a:solidFill>
                <a:latin typeface="Calibri"/>
                <a:ea typeface="Calibri"/>
                <a:cs typeface="Calibri"/>
                <a:sym typeface="Calibri"/>
              </a:defRPr>
            </a:lvl1pPr>
            <a:lvl2pPr indent="0" lvl="1" marL="0" algn="l">
              <a:spcBef>
                <a:spcPts val="0"/>
              </a:spcBef>
              <a:buNone/>
              <a:defRPr b="1" sz="750" cap="none">
                <a:solidFill>
                  <a:srgbClr val="7F7F7F"/>
                </a:solidFill>
                <a:latin typeface="Calibri"/>
                <a:ea typeface="Calibri"/>
                <a:cs typeface="Calibri"/>
                <a:sym typeface="Calibri"/>
              </a:defRPr>
            </a:lvl2pPr>
            <a:lvl3pPr indent="0" lvl="2" marL="0" algn="l">
              <a:spcBef>
                <a:spcPts val="0"/>
              </a:spcBef>
              <a:buNone/>
              <a:defRPr b="1" sz="750" cap="none">
                <a:solidFill>
                  <a:srgbClr val="7F7F7F"/>
                </a:solidFill>
                <a:latin typeface="Calibri"/>
                <a:ea typeface="Calibri"/>
                <a:cs typeface="Calibri"/>
                <a:sym typeface="Calibri"/>
              </a:defRPr>
            </a:lvl3pPr>
            <a:lvl4pPr indent="0" lvl="3" marL="0" algn="l">
              <a:spcBef>
                <a:spcPts val="0"/>
              </a:spcBef>
              <a:buNone/>
              <a:defRPr b="1" sz="750" cap="none">
                <a:solidFill>
                  <a:srgbClr val="7F7F7F"/>
                </a:solidFill>
                <a:latin typeface="Calibri"/>
                <a:ea typeface="Calibri"/>
                <a:cs typeface="Calibri"/>
                <a:sym typeface="Calibri"/>
              </a:defRPr>
            </a:lvl4pPr>
            <a:lvl5pPr indent="0" lvl="4" marL="0" algn="l">
              <a:spcBef>
                <a:spcPts val="0"/>
              </a:spcBef>
              <a:buNone/>
              <a:defRPr b="1" sz="750" cap="none">
                <a:solidFill>
                  <a:srgbClr val="7F7F7F"/>
                </a:solidFill>
                <a:latin typeface="Calibri"/>
                <a:ea typeface="Calibri"/>
                <a:cs typeface="Calibri"/>
                <a:sym typeface="Calibri"/>
              </a:defRPr>
            </a:lvl5pPr>
            <a:lvl6pPr indent="0" lvl="5" marL="0" algn="l">
              <a:spcBef>
                <a:spcPts val="0"/>
              </a:spcBef>
              <a:buNone/>
              <a:defRPr b="1" sz="750" cap="none">
                <a:solidFill>
                  <a:srgbClr val="7F7F7F"/>
                </a:solidFill>
                <a:latin typeface="Calibri"/>
                <a:ea typeface="Calibri"/>
                <a:cs typeface="Calibri"/>
                <a:sym typeface="Calibri"/>
              </a:defRPr>
            </a:lvl6pPr>
            <a:lvl7pPr indent="0" lvl="6" marL="0" algn="l">
              <a:spcBef>
                <a:spcPts val="0"/>
              </a:spcBef>
              <a:buNone/>
              <a:defRPr b="1" sz="750" cap="none">
                <a:solidFill>
                  <a:srgbClr val="7F7F7F"/>
                </a:solidFill>
                <a:latin typeface="Calibri"/>
                <a:ea typeface="Calibri"/>
                <a:cs typeface="Calibri"/>
                <a:sym typeface="Calibri"/>
              </a:defRPr>
            </a:lvl7pPr>
            <a:lvl8pPr indent="0" lvl="7" marL="0" algn="l">
              <a:spcBef>
                <a:spcPts val="0"/>
              </a:spcBef>
              <a:buNone/>
              <a:defRPr b="1" sz="750" cap="none">
                <a:solidFill>
                  <a:srgbClr val="7F7F7F"/>
                </a:solidFill>
                <a:latin typeface="Calibri"/>
                <a:ea typeface="Calibri"/>
                <a:cs typeface="Calibri"/>
                <a:sym typeface="Calibri"/>
              </a:defRPr>
            </a:lvl8pPr>
            <a:lvl9pPr indent="0" lvl="8" marL="0" algn="l">
              <a:spcBef>
                <a:spcPts val="0"/>
              </a:spcBef>
              <a:buNone/>
              <a:defRPr b="1" sz="750" cap="none">
                <a:solidFill>
                  <a:srgbClr val="7F7F7F"/>
                </a:solidFill>
                <a:latin typeface="Calibri"/>
                <a:ea typeface="Calibri"/>
                <a:cs typeface="Calibri"/>
                <a:sym typeface="Calibri"/>
              </a:defRPr>
            </a:lvl9pPr>
          </a:lstStyle>
          <a:p>
            <a:pPr indent="0" lvl="0" marL="0" rtl="0" algn="l">
              <a:spcBef>
                <a:spcPts val="0"/>
              </a:spcBef>
              <a:spcAft>
                <a:spcPts val="0"/>
              </a:spcAft>
              <a:buNone/>
            </a:pPr>
            <a:r>
              <a:rPr lang="en-US"/>
              <a:t>PAGE 0</a:t>
            </a:r>
            <a:fld id="{00000000-1234-1234-1234-123412341234}" type="slidenum">
              <a:rPr lang="en-US"/>
              <a:t>‹#›</a:t>
            </a:fld>
            <a:endParaRPr/>
          </a:p>
        </p:txBody>
      </p:sp>
      <p:sp>
        <p:nvSpPr>
          <p:cNvPr id="74" name="Google Shape;74;p12"/>
          <p:cNvSpPr txBox="1"/>
          <p:nvPr>
            <p:ph idx="1" type="body"/>
          </p:nvPr>
        </p:nvSpPr>
        <p:spPr>
          <a:xfrm>
            <a:off x="2256485" y="1122906"/>
            <a:ext cx="6199584" cy="3406378"/>
          </a:xfrm>
          <a:prstGeom prst="rect">
            <a:avLst/>
          </a:prstGeom>
          <a:noFill/>
          <a:ln>
            <a:noFill/>
          </a:ln>
        </p:spPr>
        <p:txBody>
          <a:bodyPr anchorCtr="0" anchor="t" bIns="45700" lIns="91425" spcFirstLastPara="1" rIns="91425" wrap="square" tIns="45700">
            <a:normAutofit/>
          </a:bodyPr>
          <a:lstStyle>
            <a:lvl1pPr indent="-228600" lvl="0" marL="457200" algn="l">
              <a:lnSpc>
                <a:spcPct val="150000"/>
              </a:lnSpc>
              <a:spcBef>
                <a:spcPts val="1000"/>
              </a:spcBef>
              <a:spcAft>
                <a:spcPts val="0"/>
              </a:spcAft>
              <a:buSzPts val="2400"/>
              <a:buNone/>
              <a:defRPr sz="2400"/>
            </a:lvl1pPr>
            <a:lvl2pPr indent="-342900" lvl="1" marL="914400" algn="l">
              <a:lnSpc>
                <a:spcPct val="90000"/>
              </a:lnSpc>
              <a:spcBef>
                <a:spcPts val="500"/>
              </a:spcBef>
              <a:spcAft>
                <a:spcPts val="0"/>
              </a:spcAft>
              <a:buSzPts val="1800"/>
              <a:buChar char="−"/>
              <a:defRPr/>
            </a:lvl2pPr>
            <a:lvl3pPr indent="-342900" lvl="2" marL="1371600" algn="l">
              <a:lnSpc>
                <a:spcPct val="90000"/>
              </a:lnSpc>
              <a:spcBef>
                <a:spcPts val="500"/>
              </a:spcBef>
              <a:spcAft>
                <a:spcPts val="0"/>
              </a:spcAft>
              <a:buSzPts val="1800"/>
              <a:buChar char="•"/>
              <a:defRPr/>
            </a:lvl3pPr>
            <a:lvl4pPr indent="-342900" lvl="3" marL="1828800" algn="l">
              <a:lnSpc>
                <a:spcPct val="90000"/>
              </a:lnSpc>
              <a:spcBef>
                <a:spcPts val="500"/>
              </a:spcBef>
              <a:spcAft>
                <a:spcPts val="0"/>
              </a:spcAft>
              <a:buSzPts val="1800"/>
              <a:buChar char="o"/>
              <a:defRPr/>
            </a:lvl4pPr>
            <a:lvl5pPr indent="-342900" lvl="4" marL="2286000" algn="l">
              <a:lnSpc>
                <a:spcPct val="90000"/>
              </a:lnSpc>
              <a:spcBef>
                <a:spcPts val="500"/>
              </a:spcBef>
              <a:spcAft>
                <a:spcPts val="0"/>
              </a:spcAft>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84" name="Shape 84"/>
        <p:cNvGrpSpPr/>
        <p:nvPr/>
      </p:nvGrpSpPr>
      <p:grpSpPr>
        <a:xfrm>
          <a:off x="0" y="0"/>
          <a:ext cx="0" cy="0"/>
          <a:chOff x="0" y="0"/>
          <a:chExt cx="0" cy="0"/>
        </a:xfrm>
      </p:grpSpPr>
      <p:sp>
        <p:nvSpPr>
          <p:cNvPr id="85" name="Google Shape;85;p14"/>
          <p:cNvSpPr txBox="1"/>
          <p:nvPr>
            <p:ph type="title"/>
          </p:nvPr>
        </p:nvSpPr>
        <p:spPr>
          <a:xfrm>
            <a:off x="277814" y="2261620"/>
            <a:ext cx="2650475" cy="618439"/>
          </a:xfrm>
          <a:prstGeom prst="rect">
            <a:avLst/>
          </a:prstGeom>
          <a:noFill/>
          <a:ln>
            <a:noFill/>
          </a:ln>
        </p:spPr>
        <p:txBody>
          <a:bodyPr anchorCtr="0" anchor="ctr" bIns="0" lIns="0" spcFirstLastPara="1" rIns="0" wrap="square" tIns="12050">
            <a:sp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94" name="Shape 94"/>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95" name="Shape 95"/>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96" name="Shape 96"/>
        <p:cNvGrpSpPr/>
        <p:nvPr/>
      </p:nvGrpSpPr>
      <p:grpSpPr>
        <a:xfrm>
          <a:off x="0" y="0"/>
          <a:ext cx="0" cy="0"/>
          <a:chOff x="0" y="0"/>
          <a:chExt cx="0" cy="0"/>
        </a:xfrm>
      </p:grpSpPr>
      <p:sp>
        <p:nvSpPr>
          <p:cNvPr id="97" name="Google Shape;97;p18"/>
          <p:cNvSpPr txBox="1"/>
          <p:nvPr>
            <p:ph type="title"/>
          </p:nvPr>
        </p:nvSpPr>
        <p:spPr>
          <a:xfrm>
            <a:off x="277814" y="2226193"/>
            <a:ext cx="2650475" cy="689291"/>
          </a:xfrm>
          <a:prstGeom prst="rect">
            <a:avLst/>
          </a:prstGeom>
          <a:noFill/>
          <a:ln>
            <a:noFill/>
          </a:ln>
        </p:spPr>
        <p:txBody>
          <a:bodyPr anchorCtr="0" anchor="ctr" bIns="0" lIns="0" spcFirstLastPara="1" rIns="0" wrap="square" tIns="12050">
            <a:spAutoFit/>
          </a:bodyPr>
          <a:lstStyle>
            <a:lvl1pPr lvl="0" marR="0" rtl="0" algn="l">
              <a:lnSpc>
                <a:spcPct val="90000"/>
              </a:lnSpc>
              <a:spcBef>
                <a:spcPts val="0"/>
              </a:spcBef>
              <a:spcAft>
                <a:spcPts val="0"/>
              </a:spcAft>
              <a:buClr>
                <a:schemeClr val="lt1"/>
              </a:buClr>
              <a:buSzPts val="2200"/>
              <a:buFont typeface="Calibri"/>
              <a:buNone/>
              <a:defRPr b="0" i="0" sz="2200" u="none" cap="none" strike="noStrik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108" name="Shape 108"/>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119" name="Shape 119"/>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1" name="Shape 131"/>
        <p:cNvGrpSpPr/>
        <p:nvPr/>
      </p:nvGrpSpPr>
      <p:grpSpPr>
        <a:xfrm>
          <a:off x="0" y="0"/>
          <a:ext cx="0" cy="0"/>
          <a:chOff x="0" y="0"/>
          <a:chExt cx="0" cy="0"/>
        </a:xfrm>
      </p:grpSpPr>
      <p:sp>
        <p:nvSpPr>
          <p:cNvPr id="132" name="Google Shape;132;p24"/>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3" name="Google Shape;133;p24"/>
          <p:cNvSpPr txBox="1"/>
          <p:nvPr>
            <p:ph idx="1" type="body"/>
          </p:nvPr>
        </p:nvSpPr>
        <p:spPr>
          <a:xfrm>
            <a:off x="192992" y="851829"/>
            <a:ext cx="7886700" cy="3262312"/>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SzPts val="1800"/>
              <a:buChar char="•"/>
              <a:defRPr/>
            </a:lvl1pPr>
            <a:lvl2pPr indent="-342900" lvl="1" marL="914400" algn="l">
              <a:lnSpc>
                <a:spcPct val="90000"/>
              </a:lnSpc>
              <a:spcBef>
                <a:spcPts val="500"/>
              </a:spcBef>
              <a:spcAft>
                <a:spcPts val="0"/>
              </a:spcAft>
              <a:buSzPts val="1800"/>
              <a:buChar char="−"/>
              <a:defRPr/>
            </a:lvl2pPr>
            <a:lvl3pPr indent="-342900" lvl="2" marL="1371600" algn="l">
              <a:lnSpc>
                <a:spcPct val="90000"/>
              </a:lnSpc>
              <a:spcBef>
                <a:spcPts val="500"/>
              </a:spcBef>
              <a:spcAft>
                <a:spcPts val="0"/>
              </a:spcAft>
              <a:buSzPts val="1800"/>
              <a:buChar char="•"/>
              <a:defRPr/>
            </a:lvl3pPr>
            <a:lvl4pPr indent="-342900" lvl="3" marL="1828800" algn="l">
              <a:lnSpc>
                <a:spcPct val="90000"/>
              </a:lnSpc>
              <a:spcBef>
                <a:spcPts val="500"/>
              </a:spcBef>
              <a:spcAft>
                <a:spcPts val="0"/>
              </a:spcAft>
              <a:buSzPts val="1800"/>
              <a:buChar char="o"/>
              <a:defRPr/>
            </a:lvl4pPr>
            <a:lvl5pPr indent="-330200" lvl="4" marL="2286000" algn="l">
              <a:lnSpc>
                <a:spcPct val="90000"/>
              </a:lnSpc>
              <a:spcBef>
                <a:spcPts val="500"/>
              </a:spcBef>
              <a:spcAft>
                <a:spcPts val="0"/>
              </a:spcAft>
              <a:buSzPts val="16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4" name="Google Shape;134;p24"/>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5" name="Google Shape;135;p24"/>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5"/>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8" name="Google Shape;138;p25"/>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9" name="Google Shape;139;p25"/>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0" name="Shape 140"/>
        <p:cNvGrpSpPr/>
        <p:nvPr/>
      </p:nvGrpSpPr>
      <p:grpSpPr>
        <a:xfrm>
          <a:off x="0" y="0"/>
          <a:ext cx="0" cy="0"/>
          <a:chOff x="0" y="0"/>
          <a:chExt cx="0" cy="0"/>
        </a:xfrm>
      </p:grpSpPr>
      <p:sp>
        <p:nvSpPr>
          <p:cNvPr id="141" name="Google Shape;141;p26"/>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2" name="Google Shape;142;p26"/>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143" name="Shape 143"/>
        <p:cNvGrpSpPr/>
        <p:nvPr/>
      </p:nvGrpSpPr>
      <p:grpSpPr>
        <a:xfrm>
          <a:off x="0" y="0"/>
          <a:ext cx="0" cy="0"/>
          <a:chOff x="0" y="0"/>
          <a:chExt cx="0" cy="0"/>
        </a:xfrm>
      </p:grpSpPr>
      <p:sp>
        <p:nvSpPr>
          <p:cNvPr id="144" name="Google Shape;144;p27"/>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5" name="Google Shape;145;p27"/>
          <p:cNvSpPr txBox="1"/>
          <p:nvPr>
            <p:ph idx="1" type="body"/>
          </p:nvPr>
        </p:nvSpPr>
        <p:spPr>
          <a:xfrm>
            <a:off x="287191" y="2136845"/>
            <a:ext cx="4042988" cy="238912"/>
          </a:xfrm>
          <a:prstGeom prst="rect">
            <a:avLst/>
          </a:prstGeom>
          <a:noFill/>
          <a:ln>
            <a:noFill/>
          </a:ln>
        </p:spPr>
        <p:txBody>
          <a:bodyPr anchorCtr="0" anchor="t" bIns="0" lIns="0" spcFirstLastPara="1" rIns="0" wrap="square" tIns="17125">
            <a:spAutoFit/>
          </a:bodyPr>
          <a:lstStyle>
            <a:lvl1pPr indent="-330200" lvl="0" marL="457200" algn="l">
              <a:lnSpc>
                <a:spcPct val="90000"/>
              </a:lnSpc>
              <a:spcBef>
                <a:spcPts val="1000"/>
              </a:spcBef>
              <a:spcAft>
                <a:spcPts val="0"/>
              </a:spcAft>
              <a:buSzPts val="1600"/>
              <a:buChar char="•"/>
              <a:defRPr/>
            </a:lvl1pPr>
            <a:lvl2pPr indent="-228600" lvl="1" marL="914400" algn="l">
              <a:lnSpc>
                <a:spcPct val="90000"/>
              </a:lnSpc>
              <a:spcBef>
                <a:spcPts val="500"/>
              </a:spcBef>
              <a:spcAft>
                <a:spcPts val="0"/>
              </a:spcAft>
              <a:buSzPts val="1600"/>
              <a:buNone/>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o"/>
              <a:defRPr/>
            </a:lvl4pPr>
            <a:lvl5pPr indent="-330200" lvl="4" marL="2286000" algn="l">
              <a:lnSpc>
                <a:spcPct val="90000"/>
              </a:lnSpc>
              <a:spcBef>
                <a:spcPts val="500"/>
              </a:spcBef>
              <a:spcAft>
                <a:spcPts val="0"/>
              </a:spcAft>
              <a:buSzPts val="16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6" name="Google Shape;146;p27"/>
          <p:cNvSpPr txBox="1"/>
          <p:nvPr>
            <p:ph idx="2" type="body"/>
          </p:nvPr>
        </p:nvSpPr>
        <p:spPr>
          <a:xfrm>
            <a:off x="281238" y="4364872"/>
            <a:ext cx="1331610" cy="138499"/>
          </a:xfrm>
          <a:prstGeom prst="rect">
            <a:avLst/>
          </a:prstGeom>
          <a:noFill/>
          <a:ln>
            <a:noFill/>
          </a:ln>
        </p:spPr>
        <p:txBody>
          <a:bodyPr anchorCtr="0" anchor="t" bIns="0" lIns="0" spcFirstLastPara="1" rIns="0" wrap="square" tIns="0">
            <a:spAutoFit/>
          </a:bodyPr>
          <a:lstStyle>
            <a:lvl1pPr indent="-228600" lvl="0" marL="457200" algn="l">
              <a:lnSpc>
                <a:spcPct val="90000"/>
              </a:lnSpc>
              <a:spcBef>
                <a:spcPts val="1000"/>
              </a:spcBef>
              <a:spcAft>
                <a:spcPts val="0"/>
              </a:spcAft>
              <a:buSzPts val="1000"/>
              <a:buFont typeface="Arial"/>
              <a:buNone/>
              <a:defRPr sz="1000">
                <a:solidFill>
                  <a:srgbClr val="F4F3F9"/>
                </a:solidFill>
              </a:defRPr>
            </a:lvl1pPr>
            <a:lvl2pPr indent="-304800" lvl="1" marL="914400" algn="l">
              <a:lnSpc>
                <a:spcPct val="90000"/>
              </a:lnSpc>
              <a:spcBef>
                <a:spcPts val="500"/>
              </a:spcBef>
              <a:spcAft>
                <a:spcPts val="0"/>
              </a:spcAft>
              <a:buSzPts val="1200"/>
              <a:buChar char="−"/>
              <a:defRPr sz="1200">
                <a:solidFill>
                  <a:srgbClr val="3F3F3F"/>
                </a:solidFill>
              </a:defRPr>
            </a:lvl2pPr>
            <a:lvl3pPr indent="-304800" lvl="2" marL="1371600" algn="l">
              <a:lnSpc>
                <a:spcPct val="90000"/>
              </a:lnSpc>
              <a:spcBef>
                <a:spcPts val="500"/>
              </a:spcBef>
              <a:spcAft>
                <a:spcPts val="0"/>
              </a:spcAft>
              <a:buSzPts val="1200"/>
              <a:buChar char="•"/>
              <a:defRPr sz="1200">
                <a:solidFill>
                  <a:srgbClr val="3F3F3F"/>
                </a:solidFill>
              </a:defRPr>
            </a:lvl3pPr>
            <a:lvl4pPr indent="-304800" lvl="3" marL="1828800" algn="l">
              <a:lnSpc>
                <a:spcPct val="90000"/>
              </a:lnSpc>
              <a:spcBef>
                <a:spcPts val="500"/>
              </a:spcBef>
              <a:spcAft>
                <a:spcPts val="0"/>
              </a:spcAft>
              <a:buSzPts val="1200"/>
              <a:buChar char="o"/>
              <a:defRPr sz="1200">
                <a:solidFill>
                  <a:srgbClr val="3F3F3F"/>
                </a:solidFill>
              </a:defRPr>
            </a:lvl4pPr>
            <a:lvl5pPr indent="-304800" lvl="4" marL="2286000" algn="l">
              <a:lnSpc>
                <a:spcPct val="90000"/>
              </a:lnSpc>
              <a:spcBef>
                <a:spcPts val="500"/>
              </a:spcBef>
              <a:spcAft>
                <a:spcPts val="0"/>
              </a:spcAft>
              <a:buSzPts val="1200"/>
              <a:buChar char="•"/>
              <a:defRPr sz="1200">
                <a:solidFill>
                  <a:srgbClr val="3F3F3F"/>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157" name="Shape 157"/>
        <p:cNvGrpSpPr/>
        <p:nvPr/>
      </p:nvGrpSpPr>
      <p:grpSpPr>
        <a:xfrm>
          <a:off x="0" y="0"/>
          <a:ext cx="0" cy="0"/>
          <a:chOff x="0" y="0"/>
          <a:chExt cx="0" cy="0"/>
        </a:xfrm>
      </p:grpSpPr>
      <p:sp>
        <p:nvSpPr>
          <p:cNvPr id="158" name="Google Shape;158;p29"/>
          <p:cNvSpPr txBox="1"/>
          <p:nvPr>
            <p:ph type="title"/>
          </p:nvPr>
        </p:nvSpPr>
        <p:spPr>
          <a:xfrm>
            <a:off x="281239" y="1276354"/>
            <a:ext cx="4042988" cy="381515"/>
          </a:xfrm>
          <a:prstGeom prst="rect">
            <a:avLst/>
          </a:prstGeom>
          <a:noFill/>
          <a:ln>
            <a:noFill/>
          </a:ln>
        </p:spPr>
        <p:txBody>
          <a:bodyPr anchorCtr="0" anchor="t" bIns="0" lIns="0" spcFirstLastPara="1" rIns="0" wrap="square" tIns="12050">
            <a:noAutofit/>
          </a:bodyPr>
          <a:lstStyle>
            <a:lvl1pPr lvl="0" algn="l">
              <a:lnSpc>
                <a:spcPct val="100000"/>
              </a:lnSpc>
              <a:spcBef>
                <a:spcPts val="0"/>
              </a:spcBef>
              <a:spcAft>
                <a:spcPts val="0"/>
              </a:spcAft>
              <a:buClr>
                <a:srgbClr val="F4F3F9"/>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9" name="Google Shape;159;p29"/>
          <p:cNvSpPr txBox="1"/>
          <p:nvPr>
            <p:ph idx="1" type="body"/>
          </p:nvPr>
        </p:nvSpPr>
        <p:spPr>
          <a:xfrm>
            <a:off x="287191" y="2136844"/>
            <a:ext cx="4042988" cy="263534"/>
          </a:xfrm>
          <a:prstGeom prst="rect">
            <a:avLst/>
          </a:prstGeom>
          <a:noFill/>
          <a:ln>
            <a:noFill/>
          </a:ln>
        </p:spPr>
        <p:txBody>
          <a:bodyPr anchorCtr="0" anchor="t" bIns="0" lIns="0" spcFirstLastPara="1" rIns="0" wrap="square" tIns="17125">
            <a:spAutoFit/>
          </a:bodyPr>
          <a:lstStyle>
            <a:lvl1pPr indent="-228600" lvl="0" marL="457200" algn="l">
              <a:lnSpc>
                <a:spcPct val="100000"/>
              </a:lnSpc>
              <a:spcBef>
                <a:spcPts val="0"/>
              </a:spcBef>
              <a:spcAft>
                <a:spcPts val="0"/>
              </a:spcAft>
              <a:buClr>
                <a:srgbClr val="4E84C4"/>
              </a:buClr>
              <a:buSzPts val="1600"/>
              <a:buNone/>
              <a:defRPr/>
            </a:lvl1pPr>
            <a:lvl2pPr indent="-228600" lvl="1" marL="914400" algn="l">
              <a:lnSpc>
                <a:spcPct val="90000"/>
              </a:lnSpc>
              <a:spcBef>
                <a:spcPts val="500"/>
              </a:spcBef>
              <a:spcAft>
                <a:spcPts val="0"/>
              </a:spcAft>
              <a:buClr>
                <a:schemeClr val="lt1"/>
              </a:buClr>
              <a:buSzPts val="2400"/>
              <a:buNone/>
              <a:defRPr/>
            </a:lvl2pPr>
            <a:lvl3pPr indent="-355600" lvl="2" marL="1371600" algn="l">
              <a:lnSpc>
                <a:spcPct val="90000"/>
              </a:lnSpc>
              <a:spcBef>
                <a:spcPts val="500"/>
              </a:spcBef>
              <a:spcAft>
                <a:spcPts val="0"/>
              </a:spcAft>
              <a:buClr>
                <a:schemeClr val="lt1"/>
              </a:buClr>
              <a:buSzPts val="2000"/>
              <a:buChar char="•"/>
              <a:defRPr/>
            </a:lvl3pPr>
            <a:lvl4pPr indent="-342900" lvl="3" marL="1828800" algn="l">
              <a:lnSpc>
                <a:spcPct val="90000"/>
              </a:lnSpc>
              <a:spcBef>
                <a:spcPts val="500"/>
              </a:spcBef>
              <a:spcAft>
                <a:spcPts val="0"/>
              </a:spcAft>
              <a:buClr>
                <a:schemeClr val="lt1"/>
              </a:buClr>
              <a:buSzPts val="1800"/>
              <a:buChar char="•"/>
              <a:defRPr/>
            </a:lvl4pPr>
            <a:lvl5pPr indent="-342900" lvl="4" marL="2286000" algn="l">
              <a:lnSpc>
                <a:spcPct val="90000"/>
              </a:lnSpc>
              <a:spcBef>
                <a:spcPts val="500"/>
              </a:spcBef>
              <a:spcAft>
                <a:spcPts val="0"/>
              </a:spcAft>
              <a:buClr>
                <a:schemeClr val="lt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0" name="Google Shape;160;p29"/>
          <p:cNvSpPr txBox="1"/>
          <p:nvPr>
            <p:ph idx="2" type="body"/>
          </p:nvPr>
        </p:nvSpPr>
        <p:spPr>
          <a:xfrm>
            <a:off x="281238" y="4364870"/>
            <a:ext cx="1331610" cy="153888"/>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Clr>
                <a:srgbClr val="F4F3F9"/>
              </a:buClr>
              <a:buSzPts val="1000"/>
              <a:buFont typeface="Arial"/>
              <a:buNone/>
              <a:defRPr sz="1000">
                <a:solidFill>
                  <a:srgbClr val="F4F3F9"/>
                </a:solidFill>
              </a:defRPr>
            </a:lvl1pPr>
            <a:lvl2pPr indent="-304800" lvl="1" marL="914400" algn="l">
              <a:lnSpc>
                <a:spcPct val="90000"/>
              </a:lnSpc>
              <a:spcBef>
                <a:spcPts val="500"/>
              </a:spcBef>
              <a:spcAft>
                <a:spcPts val="0"/>
              </a:spcAft>
              <a:buClr>
                <a:srgbClr val="3F3F3F"/>
              </a:buClr>
              <a:buSzPts val="1200"/>
              <a:buChar char="•"/>
              <a:defRPr sz="1200">
                <a:solidFill>
                  <a:srgbClr val="3F3F3F"/>
                </a:solidFill>
              </a:defRPr>
            </a:lvl2pPr>
            <a:lvl3pPr indent="-304800" lvl="2" marL="1371600" algn="l">
              <a:lnSpc>
                <a:spcPct val="90000"/>
              </a:lnSpc>
              <a:spcBef>
                <a:spcPts val="500"/>
              </a:spcBef>
              <a:spcAft>
                <a:spcPts val="0"/>
              </a:spcAft>
              <a:buClr>
                <a:srgbClr val="3F3F3F"/>
              </a:buClr>
              <a:buSzPts val="1200"/>
              <a:buChar char="•"/>
              <a:defRPr sz="1200">
                <a:solidFill>
                  <a:srgbClr val="3F3F3F"/>
                </a:solidFill>
              </a:defRPr>
            </a:lvl3pPr>
            <a:lvl4pPr indent="-304800" lvl="3" marL="1828800" algn="l">
              <a:lnSpc>
                <a:spcPct val="90000"/>
              </a:lnSpc>
              <a:spcBef>
                <a:spcPts val="500"/>
              </a:spcBef>
              <a:spcAft>
                <a:spcPts val="0"/>
              </a:spcAft>
              <a:buClr>
                <a:srgbClr val="3F3F3F"/>
              </a:buClr>
              <a:buSzPts val="1200"/>
              <a:buChar char="•"/>
              <a:defRPr sz="1200">
                <a:solidFill>
                  <a:srgbClr val="3F3F3F"/>
                </a:solidFill>
              </a:defRPr>
            </a:lvl4pPr>
            <a:lvl5pPr indent="-304800" lvl="4" marL="2286000" algn="l">
              <a:lnSpc>
                <a:spcPct val="90000"/>
              </a:lnSpc>
              <a:spcBef>
                <a:spcPts val="500"/>
              </a:spcBef>
              <a:spcAft>
                <a:spcPts val="0"/>
              </a:spcAft>
              <a:buClr>
                <a:srgbClr val="3F3F3F"/>
              </a:buClr>
              <a:buSzPts val="1200"/>
              <a:buChar char="•"/>
              <a:defRPr sz="1200">
                <a:solidFill>
                  <a:srgbClr val="3F3F3F"/>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1" name="Google Shape;161;p29"/>
          <p:cNvSpPr/>
          <p:nvPr>
            <p:ph idx="3" type="pic"/>
          </p:nvPr>
        </p:nvSpPr>
        <p:spPr>
          <a:xfrm>
            <a:off x="4398264" y="1354933"/>
            <a:ext cx="4745736" cy="3163094"/>
          </a:xfrm>
          <a:prstGeom prst="rect">
            <a:avLst/>
          </a:prstGeom>
          <a:noFill/>
          <a:ln>
            <a:noFill/>
          </a:ln>
        </p:spPr>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172" name="Shape 172"/>
        <p:cNvGrpSpPr/>
        <p:nvPr/>
      </p:nvGrpSpPr>
      <p:grpSpPr>
        <a:xfrm>
          <a:off x="0" y="0"/>
          <a:ext cx="0" cy="0"/>
          <a:chOff x="0" y="0"/>
          <a:chExt cx="0" cy="0"/>
        </a:xfrm>
      </p:grpSpPr>
      <p:sp>
        <p:nvSpPr>
          <p:cNvPr id="173" name="Google Shape;173;p31"/>
          <p:cNvSpPr txBox="1"/>
          <p:nvPr>
            <p:ph type="title"/>
          </p:nvPr>
        </p:nvSpPr>
        <p:spPr>
          <a:xfrm>
            <a:off x="281239" y="1276354"/>
            <a:ext cx="4042988" cy="381515"/>
          </a:xfrm>
          <a:prstGeom prst="rect">
            <a:avLst/>
          </a:prstGeom>
          <a:noFill/>
          <a:ln>
            <a:noFill/>
          </a:ln>
        </p:spPr>
        <p:txBody>
          <a:bodyPr anchorCtr="0" anchor="t" bIns="0" lIns="0" spcFirstLastPara="1" rIns="0" wrap="square" tIns="12050">
            <a:noAutofit/>
          </a:bodyPr>
          <a:lstStyle>
            <a:lvl1pPr lvl="0" algn="l">
              <a:lnSpc>
                <a:spcPct val="100000"/>
              </a:lnSpc>
              <a:spcBef>
                <a:spcPts val="0"/>
              </a:spcBef>
              <a:spcAft>
                <a:spcPts val="0"/>
              </a:spcAft>
              <a:buClr>
                <a:srgbClr val="F4F3F9"/>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4" name="Google Shape;174;p31"/>
          <p:cNvSpPr txBox="1"/>
          <p:nvPr>
            <p:ph idx="1" type="body"/>
          </p:nvPr>
        </p:nvSpPr>
        <p:spPr>
          <a:xfrm>
            <a:off x="287191" y="2136844"/>
            <a:ext cx="4042988" cy="263534"/>
          </a:xfrm>
          <a:prstGeom prst="rect">
            <a:avLst/>
          </a:prstGeom>
          <a:noFill/>
          <a:ln>
            <a:noFill/>
          </a:ln>
        </p:spPr>
        <p:txBody>
          <a:bodyPr anchorCtr="0" anchor="t" bIns="0" lIns="0" spcFirstLastPara="1" rIns="0" wrap="square" tIns="17125">
            <a:spAutoFit/>
          </a:bodyPr>
          <a:lstStyle>
            <a:lvl1pPr indent="-228600" lvl="0" marL="457200" algn="l">
              <a:lnSpc>
                <a:spcPct val="100000"/>
              </a:lnSpc>
              <a:spcBef>
                <a:spcPts val="0"/>
              </a:spcBef>
              <a:spcAft>
                <a:spcPts val="0"/>
              </a:spcAft>
              <a:buClr>
                <a:srgbClr val="4E84C4"/>
              </a:buClr>
              <a:buSzPts val="1600"/>
              <a:buNone/>
              <a:defRPr/>
            </a:lvl1pPr>
            <a:lvl2pPr indent="-228600" lvl="1" marL="914400" algn="l">
              <a:lnSpc>
                <a:spcPct val="90000"/>
              </a:lnSpc>
              <a:spcBef>
                <a:spcPts val="500"/>
              </a:spcBef>
              <a:spcAft>
                <a:spcPts val="0"/>
              </a:spcAft>
              <a:buClr>
                <a:schemeClr val="lt1"/>
              </a:buClr>
              <a:buSzPts val="2400"/>
              <a:buNone/>
              <a:defRPr/>
            </a:lvl2pPr>
            <a:lvl3pPr indent="-355600" lvl="2" marL="1371600" algn="l">
              <a:lnSpc>
                <a:spcPct val="90000"/>
              </a:lnSpc>
              <a:spcBef>
                <a:spcPts val="500"/>
              </a:spcBef>
              <a:spcAft>
                <a:spcPts val="0"/>
              </a:spcAft>
              <a:buClr>
                <a:schemeClr val="lt1"/>
              </a:buClr>
              <a:buSzPts val="2000"/>
              <a:buChar char="•"/>
              <a:defRPr/>
            </a:lvl3pPr>
            <a:lvl4pPr indent="-342900" lvl="3" marL="1828800" algn="l">
              <a:lnSpc>
                <a:spcPct val="90000"/>
              </a:lnSpc>
              <a:spcBef>
                <a:spcPts val="500"/>
              </a:spcBef>
              <a:spcAft>
                <a:spcPts val="0"/>
              </a:spcAft>
              <a:buClr>
                <a:schemeClr val="lt1"/>
              </a:buClr>
              <a:buSzPts val="1800"/>
              <a:buChar char="•"/>
              <a:defRPr/>
            </a:lvl4pPr>
            <a:lvl5pPr indent="-342900" lvl="4" marL="2286000" algn="l">
              <a:lnSpc>
                <a:spcPct val="90000"/>
              </a:lnSpc>
              <a:spcBef>
                <a:spcPts val="500"/>
              </a:spcBef>
              <a:spcAft>
                <a:spcPts val="0"/>
              </a:spcAft>
              <a:buClr>
                <a:schemeClr val="lt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75" name="Google Shape;175;p31"/>
          <p:cNvSpPr txBox="1"/>
          <p:nvPr>
            <p:ph idx="2" type="body"/>
          </p:nvPr>
        </p:nvSpPr>
        <p:spPr>
          <a:xfrm>
            <a:off x="281238" y="4364870"/>
            <a:ext cx="1331610" cy="153888"/>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Clr>
                <a:srgbClr val="F4F3F9"/>
              </a:buClr>
              <a:buSzPts val="1000"/>
              <a:buFont typeface="Arial"/>
              <a:buNone/>
              <a:defRPr sz="1000">
                <a:solidFill>
                  <a:srgbClr val="F4F3F9"/>
                </a:solidFill>
              </a:defRPr>
            </a:lvl1pPr>
            <a:lvl2pPr indent="-304800" lvl="1" marL="914400" algn="l">
              <a:lnSpc>
                <a:spcPct val="90000"/>
              </a:lnSpc>
              <a:spcBef>
                <a:spcPts val="500"/>
              </a:spcBef>
              <a:spcAft>
                <a:spcPts val="0"/>
              </a:spcAft>
              <a:buClr>
                <a:srgbClr val="3F3F3F"/>
              </a:buClr>
              <a:buSzPts val="1200"/>
              <a:buChar char="•"/>
              <a:defRPr sz="1200">
                <a:solidFill>
                  <a:srgbClr val="3F3F3F"/>
                </a:solidFill>
              </a:defRPr>
            </a:lvl2pPr>
            <a:lvl3pPr indent="-304800" lvl="2" marL="1371600" algn="l">
              <a:lnSpc>
                <a:spcPct val="90000"/>
              </a:lnSpc>
              <a:spcBef>
                <a:spcPts val="500"/>
              </a:spcBef>
              <a:spcAft>
                <a:spcPts val="0"/>
              </a:spcAft>
              <a:buClr>
                <a:srgbClr val="3F3F3F"/>
              </a:buClr>
              <a:buSzPts val="1200"/>
              <a:buChar char="•"/>
              <a:defRPr sz="1200">
                <a:solidFill>
                  <a:srgbClr val="3F3F3F"/>
                </a:solidFill>
              </a:defRPr>
            </a:lvl3pPr>
            <a:lvl4pPr indent="-304800" lvl="3" marL="1828800" algn="l">
              <a:lnSpc>
                <a:spcPct val="90000"/>
              </a:lnSpc>
              <a:spcBef>
                <a:spcPts val="500"/>
              </a:spcBef>
              <a:spcAft>
                <a:spcPts val="0"/>
              </a:spcAft>
              <a:buClr>
                <a:srgbClr val="3F3F3F"/>
              </a:buClr>
              <a:buSzPts val="1200"/>
              <a:buChar char="•"/>
              <a:defRPr sz="1200">
                <a:solidFill>
                  <a:srgbClr val="3F3F3F"/>
                </a:solidFill>
              </a:defRPr>
            </a:lvl4pPr>
            <a:lvl5pPr indent="-304800" lvl="4" marL="2286000" algn="l">
              <a:lnSpc>
                <a:spcPct val="90000"/>
              </a:lnSpc>
              <a:spcBef>
                <a:spcPts val="500"/>
              </a:spcBef>
              <a:spcAft>
                <a:spcPts val="0"/>
              </a:spcAft>
              <a:buClr>
                <a:srgbClr val="3F3F3F"/>
              </a:buClr>
              <a:buSzPts val="1200"/>
              <a:buChar char="•"/>
              <a:defRPr sz="1200">
                <a:solidFill>
                  <a:srgbClr val="3F3F3F"/>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186" name="Shape 186"/>
        <p:cNvGrpSpPr/>
        <p:nvPr/>
      </p:nvGrpSpPr>
      <p:grpSpPr>
        <a:xfrm>
          <a:off x="0" y="0"/>
          <a:ext cx="0" cy="0"/>
          <a:chOff x="0" y="0"/>
          <a:chExt cx="0" cy="0"/>
        </a:xfrm>
      </p:grpSpPr>
      <p:sp>
        <p:nvSpPr>
          <p:cNvPr id="187" name="Google Shape;187;p33"/>
          <p:cNvSpPr txBox="1"/>
          <p:nvPr>
            <p:ph type="title"/>
          </p:nvPr>
        </p:nvSpPr>
        <p:spPr>
          <a:xfrm>
            <a:off x="294001" y="1276354"/>
            <a:ext cx="4042988" cy="381515"/>
          </a:xfrm>
          <a:prstGeom prst="rect">
            <a:avLst/>
          </a:prstGeom>
          <a:noFill/>
          <a:ln>
            <a:noFill/>
          </a:ln>
        </p:spPr>
        <p:txBody>
          <a:bodyPr anchorCtr="0" anchor="t" bIns="0" lIns="0" spcFirstLastPara="1" rIns="0" wrap="square" tIns="12050">
            <a:noAutofit/>
          </a:bodyPr>
          <a:lstStyle>
            <a:lvl1pPr lvl="0" algn="l">
              <a:lnSpc>
                <a:spcPct val="100000"/>
              </a:lnSpc>
              <a:spcBef>
                <a:spcPts val="0"/>
              </a:spcBef>
              <a:spcAft>
                <a:spcPts val="0"/>
              </a:spcAft>
              <a:buClr>
                <a:schemeClr val="dk1"/>
              </a:buClr>
              <a:buSzPts val="2400"/>
              <a:buFont typeface="Calibri"/>
              <a:buNone/>
              <a:defRPr>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8" name="Google Shape;188;p33"/>
          <p:cNvSpPr txBox="1"/>
          <p:nvPr>
            <p:ph idx="1" type="body"/>
          </p:nvPr>
        </p:nvSpPr>
        <p:spPr>
          <a:xfrm>
            <a:off x="287191" y="2136844"/>
            <a:ext cx="4042988" cy="263534"/>
          </a:xfrm>
          <a:prstGeom prst="rect">
            <a:avLst/>
          </a:prstGeom>
          <a:noFill/>
          <a:ln>
            <a:noFill/>
          </a:ln>
        </p:spPr>
        <p:txBody>
          <a:bodyPr anchorCtr="0" anchor="t" bIns="0" lIns="0" spcFirstLastPara="1" rIns="0" wrap="square" tIns="17125">
            <a:spAutoFit/>
          </a:bodyPr>
          <a:lstStyle>
            <a:lvl1pPr indent="-228600" lvl="0" marL="457200" algn="l">
              <a:lnSpc>
                <a:spcPct val="100000"/>
              </a:lnSpc>
              <a:spcBef>
                <a:spcPts val="0"/>
              </a:spcBef>
              <a:spcAft>
                <a:spcPts val="0"/>
              </a:spcAft>
              <a:buClr>
                <a:srgbClr val="4E84C4"/>
              </a:buClr>
              <a:buSzPts val="1600"/>
              <a:buNone/>
              <a:defRPr/>
            </a:lvl1pPr>
            <a:lvl2pPr indent="-228600" lvl="1" marL="914400" algn="l">
              <a:lnSpc>
                <a:spcPct val="90000"/>
              </a:lnSpc>
              <a:spcBef>
                <a:spcPts val="500"/>
              </a:spcBef>
              <a:spcAft>
                <a:spcPts val="0"/>
              </a:spcAft>
              <a:buClr>
                <a:schemeClr val="lt1"/>
              </a:buClr>
              <a:buSzPts val="2400"/>
              <a:buNone/>
              <a:defRPr/>
            </a:lvl2pPr>
            <a:lvl3pPr indent="-355600" lvl="2" marL="1371600" algn="l">
              <a:lnSpc>
                <a:spcPct val="90000"/>
              </a:lnSpc>
              <a:spcBef>
                <a:spcPts val="500"/>
              </a:spcBef>
              <a:spcAft>
                <a:spcPts val="0"/>
              </a:spcAft>
              <a:buClr>
                <a:schemeClr val="lt1"/>
              </a:buClr>
              <a:buSzPts val="2000"/>
              <a:buChar char="•"/>
              <a:defRPr/>
            </a:lvl3pPr>
            <a:lvl4pPr indent="-342900" lvl="3" marL="1828800" algn="l">
              <a:lnSpc>
                <a:spcPct val="90000"/>
              </a:lnSpc>
              <a:spcBef>
                <a:spcPts val="500"/>
              </a:spcBef>
              <a:spcAft>
                <a:spcPts val="0"/>
              </a:spcAft>
              <a:buClr>
                <a:schemeClr val="lt1"/>
              </a:buClr>
              <a:buSzPts val="1800"/>
              <a:buChar char="•"/>
              <a:defRPr/>
            </a:lvl4pPr>
            <a:lvl5pPr indent="-342900" lvl="4" marL="2286000" algn="l">
              <a:lnSpc>
                <a:spcPct val="90000"/>
              </a:lnSpc>
              <a:spcBef>
                <a:spcPts val="500"/>
              </a:spcBef>
              <a:spcAft>
                <a:spcPts val="0"/>
              </a:spcAft>
              <a:buClr>
                <a:schemeClr val="lt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89" name="Google Shape;189;p33"/>
          <p:cNvSpPr txBox="1"/>
          <p:nvPr>
            <p:ph idx="2" type="body"/>
          </p:nvPr>
        </p:nvSpPr>
        <p:spPr>
          <a:xfrm>
            <a:off x="281238" y="4364870"/>
            <a:ext cx="1331610" cy="153888"/>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Clr>
                <a:schemeClr val="dk1"/>
              </a:buClr>
              <a:buSzPts val="1000"/>
              <a:buFont typeface="Arial"/>
              <a:buNone/>
              <a:defRPr sz="1000">
                <a:solidFill>
                  <a:schemeClr val="dk1"/>
                </a:solidFill>
              </a:defRPr>
            </a:lvl1pPr>
            <a:lvl2pPr indent="-304800" lvl="1" marL="914400" algn="l">
              <a:lnSpc>
                <a:spcPct val="90000"/>
              </a:lnSpc>
              <a:spcBef>
                <a:spcPts val="500"/>
              </a:spcBef>
              <a:spcAft>
                <a:spcPts val="0"/>
              </a:spcAft>
              <a:buClr>
                <a:srgbClr val="3F3F3F"/>
              </a:buClr>
              <a:buSzPts val="1200"/>
              <a:buChar char="•"/>
              <a:defRPr sz="1200">
                <a:solidFill>
                  <a:srgbClr val="3F3F3F"/>
                </a:solidFill>
              </a:defRPr>
            </a:lvl2pPr>
            <a:lvl3pPr indent="-304800" lvl="2" marL="1371600" algn="l">
              <a:lnSpc>
                <a:spcPct val="90000"/>
              </a:lnSpc>
              <a:spcBef>
                <a:spcPts val="500"/>
              </a:spcBef>
              <a:spcAft>
                <a:spcPts val="0"/>
              </a:spcAft>
              <a:buClr>
                <a:srgbClr val="3F3F3F"/>
              </a:buClr>
              <a:buSzPts val="1200"/>
              <a:buChar char="•"/>
              <a:defRPr sz="1200">
                <a:solidFill>
                  <a:srgbClr val="3F3F3F"/>
                </a:solidFill>
              </a:defRPr>
            </a:lvl3pPr>
            <a:lvl4pPr indent="-304800" lvl="3" marL="1828800" algn="l">
              <a:lnSpc>
                <a:spcPct val="90000"/>
              </a:lnSpc>
              <a:spcBef>
                <a:spcPts val="500"/>
              </a:spcBef>
              <a:spcAft>
                <a:spcPts val="0"/>
              </a:spcAft>
              <a:buClr>
                <a:srgbClr val="3F3F3F"/>
              </a:buClr>
              <a:buSzPts val="1200"/>
              <a:buChar char="•"/>
              <a:defRPr sz="1200">
                <a:solidFill>
                  <a:srgbClr val="3F3F3F"/>
                </a:solidFill>
              </a:defRPr>
            </a:lvl4pPr>
            <a:lvl5pPr indent="-304800" lvl="4" marL="2286000" algn="l">
              <a:lnSpc>
                <a:spcPct val="90000"/>
              </a:lnSpc>
              <a:spcBef>
                <a:spcPts val="500"/>
              </a:spcBef>
              <a:spcAft>
                <a:spcPts val="0"/>
              </a:spcAft>
              <a:buClr>
                <a:srgbClr val="3F3F3F"/>
              </a:buClr>
              <a:buSzPts val="1200"/>
              <a:buChar char="•"/>
              <a:defRPr sz="1200">
                <a:solidFill>
                  <a:srgbClr val="3F3F3F"/>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199" name="Shape 199"/>
        <p:cNvGrpSpPr/>
        <p:nvPr/>
      </p:nvGrpSpPr>
      <p:grpSpPr>
        <a:xfrm>
          <a:off x="0" y="0"/>
          <a:ext cx="0" cy="0"/>
          <a:chOff x="0" y="0"/>
          <a:chExt cx="0" cy="0"/>
        </a:xfrm>
      </p:grpSpPr>
      <p:sp>
        <p:nvSpPr>
          <p:cNvPr id="200" name="Google Shape;200;p35"/>
          <p:cNvSpPr txBox="1"/>
          <p:nvPr>
            <p:ph type="title"/>
          </p:nvPr>
        </p:nvSpPr>
        <p:spPr>
          <a:xfrm>
            <a:off x="277814" y="2227764"/>
            <a:ext cx="2650475" cy="686150"/>
          </a:xfrm>
          <a:prstGeom prst="rect">
            <a:avLst/>
          </a:prstGeom>
          <a:noFill/>
          <a:ln>
            <a:noFill/>
          </a:ln>
        </p:spPr>
        <p:txBody>
          <a:bodyPr anchorCtr="0" anchor="ctr" bIns="0" lIns="0" spcFirstLastPara="1" rIns="0" wrap="square" tIns="12050">
            <a:sp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slideLayout" Target="../slideLayouts/slideLayout1.xml"/><Relationship Id="rId6" Type="http://schemas.openxmlformats.org/officeDocument/2006/relationships/slideLayout" Target="../slideLayouts/slideLayout2.xml"/><Relationship Id="rId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theme" Target="../theme/theme1.xml"/><Relationship Id="rId10" Type="http://schemas.openxmlformats.org/officeDocument/2006/relationships/slideLayout" Target="../slideLayouts/slideLayout10.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png"/><Relationship Id="rId3" Type="http://schemas.openxmlformats.org/officeDocument/2006/relationships/slideLayout" Target="../slideLayouts/slideLayout11.xml"/><Relationship Id="rId4" Type="http://schemas.openxmlformats.org/officeDocument/2006/relationships/theme" Target="../theme/theme11.xml"/></Relationships>
</file>

<file path=ppt/slideMasters/_rels/slideMaster4.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png"/><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png"/><Relationship Id="rId3" Type="http://schemas.openxmlformats.org/officeDocument/2006/relationships/slideLayout" Target="../slideLayouts/slideLayout15.xml"/><Relationship Id="rId4" Type="http://schemas.openxmlformats.org/officeDocument/2006/relationships/theme" Target="../theme/theme9.xml"/></Relationships>
</file>

<file path=ppt/slideMasters/_rels/slideMaster6.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png"/><Relationship Id="rId3" Type="http://schemas.openxmlformats.org/officeDocument/2006/relationships/slideLayout" Target="../slideLayouts/slideLayout16.xml"/><Relationship Id="rId4" Type="http://schemas.openxmlformats.org/officeDocument/2006/relationships/theme" Target="../theme/theme3.xml"/></Relationships>
</file>

<file path=ppt/slideMasters/_rels/slideMaster7.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41.png"/><Relationship Id="rId9" Type="http://schemas.openxmlformats.org/officeDocument/2006/relationships/theme" Target="../theme/theme7.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8.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png"/><Relationship Id="rId3" Type="http://schemas.openxmlformats.org/officeDocument/2006/relationships/slideLayout" Target="../slideLayouts/slideLayout21.xml"/><Relationship Id="rId4" Type="http://schemas.openxmlformats.org/officeDocument/2006/relationships/theme" Target="../theme/theme4.xml"/></Relationships>
</file>

<file path=ppt/slideMasters/_rels/slideMaster9.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png"/><Relationship Id="rId3" Type="http://schemas.openxmlformats.org/officeDocument/2006/relationships/slideLayout" Target="../slideLayouts/slideLayout22.xml"/><Relationship Id="rId4" Type="http://schemas.openxmlformats.org/officeDocument/2006/relationships/theme" Target="../theme/theme10.xml"/></Relationships>
</file>

<file path=ppt/slideMasters/_rels/slideMaster10.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png"/><Relationship Id="rId3" Type="http://schemas.openxmlformats.org/officeDocument/2006/relationships/slideLayout" Target="../slideLayouts/slideLayout23.xml"/><Relationship Id="rId4" Type="http://schemas.openxmlformats.org/officeDocument/2006/relationships/theme" Target="../theme/theme8.xml"/></Relationships>
</file>

<file path=ppt/slideMasters/_rels/slideMaster1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png"/><Relationship Id="rId3" Type="http://schemas.openxmlformats.org/officeDocument/2006/relationships/slideLayout" Target="../slideLayouts/slideLayout24.xml"/><Relationship Id="rId4" Type="http://schemas.openxmlformats.org/officeDocument/2006/relationships/theme" Target="../theme/theme1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294001" y="1276354"/>
            <a:ext cx="4042988" cy="381515"/>
          </a:xfrm>
          <a:prstGeom prst="rect">
            <a:avLst/>
          </a:prstGeom>
          <a:noFill/>
          <a:ln>
            <a:noFill/>
          </a:ln>
        </p:spPr>
        <p:txBody>
          <a:bodyPr anchorCtr="0" anchor="t" bIns="0" lIns="0" spcFirstLastPara="1" rIns="0" wrap="square" tIns="12050">
            <a:noAutofit/>
          </a:bodyPr>
          <a:lstStyle>
            <a:lvl1pPr lvl="0" marR="0" rtl="0" algn="l">
              <a:lnSpc>
                <a:spcPct val="100000"/>
              </a:lnSpc>
              <a:spcBef>
                <a:spcPts val="0"/>
              </a:spcBef>
              <a:spcAft>
                <a:spcPts val="0"/>
              </a:spcAft>
              <a:buClr>
                <a:schemeClr val="dk1"/>
              </a:buClr>
              <a:buSzPts val="2400"/>
              <a:buFont typeface="Calibri"/>
              <a:buNone/>
              <a:defRPr b="0" i="0" sz="2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294001" y="2136844"/>
            <a:ext cx="4042988" cy="263534"/>
          </a:xfrm>
          <a:prstGeom prst="rect">
            <a:avLst/>
          </a:prstGeom>
          <a:noFill/>
          <a:ln>
            <a:noFill/>
          </a:ln>
        </p:spPr>
        <p:txBody>
          <a:bodyPr anchorCtr="0" anchor="t" bIns="0" lIns="0" spcFirstLastPara="1" rIns="0" wrap="square" tIns="17125">
            <a:spAutoFit/>
          </a:bodyPr>
          <a:lstStyle>
            <a:lvl1pPr indent="-228600" lvl="0" marL="457200" marR="0" rtl="0" algn="l">
              <a:lnSpc>
                <a:spcPct val="100000"/>
              </a:lnSpc>
              <a:spcBef>
                <a:spcPts val="0"/>
              </a:spcBef>
              <a:spcAft>
                <a:spcPts val="0"/>
              </a:spcAft>
              <a:buClr>
                <a:srgbClr val="4E84C4"/>
              </a:buClr>
              <a:buSzPts val="1600"/>
              <a:buFont typeface="Arial"/>
              <a:buNone/>
              <a:defRPr b="0" i="0" sz="1600" u="none" cap="none" strike="noStrike">
                <a:solidFill>
                  <a:srgbClr val="4E84C4"/>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
          <p:cNvSpPr/>
          <p:nvPr/>
        </p:nvSpPr>
        <p:spPr>
          <a:xfrm>
            <a:off x="70640" y="100727"/>
            <a:ext cx="148437" cy="145788"/>
          </a:xfrm>
          <a:prstGeom prst="rect">
            <a:avLst/>
          </a:prstGeom>
          <a:solidFill>
            <a:srgbClr val="E411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600" u="none" cap="none" strike="noStrike">
              <a:solidFill>
                <a:schemeClr val="lt1"/>
              </a:solidFill>
              <a:latin typeface="Calibri"/>
              <a:ea typeface="Calibri"/>
              <a:cs typeface="Calibri"/>
              <a:sym typeface="Calibri"/>
            </a:endParaRPr>
          </a:p>
        </p:txBody>
      </p:sp>
      <p:cxnSp>
        <p:nvCxnSpPr>
          <p:cNvPr id="13" name="Google Shape;13;p1"/>
          <p:cNvCxnSpPr/>
          <p:nvPr/>
        </p:nvCxnSpPr>
        <p:spPr>
          <a:xfrm>
            <a:off x="91079" y="273502"/>
            <a:ext cx="107556" cy="0"/>
          </a:xfrm>
          <a:prstGeom prst="straightConnector1">
            <a:avLst/>
          </a:prstGeom>
          <a:noFill/>
          <a:ln cap="flat" cmpd="sng" w="9525">
            <a:solidFill>
              <a:srgbClr val="E41165"/>
            </a:solidFill>
            <a:prstDash val="solid"/>
            <a:miter lim="8000"/>
            <a:headEnd len="sm" w="sm" type="none"/>
            <a:tailEnd len="sm" w="sm" type="none"/>
          </a:ln>
        </p:spPr>
      </p:cxnSp>
      <p:sp>
        <p:nvSpPr>
          <p:cNvPr id="14" name="Google Shape;14;p1"/>
          <p:cNvSpPr txBox="1"/>
          <p:nvPr/>
        </p:nvSpPr>
        <p:spPr>
          <a:xfrm>
            <a:off x="70640" y="330802"/>
            <a:ext cx="148437" cy="1457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b="0" i="0" sz="1600" u="none" cap="none" strike="noStrike">
              <a:solidFill>
                <a:schemeClr val="dk1"/>
              </a:solidFill>
              <a:latin typeface="Calibri"/>
              <a:ea typeface="Calibri"/>
              <a:cs typeface="Calibri"/>
              <a:sym typeface="Calibri"/>
            </a:endParaRPr>
          </a:p>
        </p:txBody>
      </p:sp>
      <p:sp>
        <p:nvSpPr>
          <p:cNvPr id="15" name="Google Shape;15;p1"/>
          <p:cNvSpPr/>
          <p:nvPr/>
        </p:nvSpPr>
        <p:spPr>
          <a:xfrm>
            <a:off x="37301" y="63763"/>
            <a:ext cx="215112" cy="3956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091" u="none" cap="none" strike="noStrike">
              <a:solidFill>
                <a:schemeClr val="lt1"/>
              </a:solidFill>
              <a:latin typeface="Calibri"/>
              <a:ea typeface="Calibri"/>
              <a:cs typeface="Calibri"/>
              <a:sym typeface="Calibri"/>
            </a:endParaRPr>
          </a:p>
        </p:txBody>
      </p:sp>
      <p:grpSp>
        <p:nvGrpSpPr>
          <p:cNvPr id="16" name="Google Shape;16;p1"/>
          <p:cNvGrpSpPr/>
          <p:nvPr/>
        </p:nvGrpSpPr>
        <p:grpSpPr>
          <a:xfrm>
            <a:off x="219079" y="607113"/>
            <a:ext cx="8647111" cy="504364"/>
            <a:chOff x="219077" y="100726"/>
            <a:chExt cx="8647111" cy="504364"/>
          </a:xfrm>
        </p:grpSpPr>
        <p:pic>
          <p:nvPicPr>
            <p:cNvPr id="17" name="Google Shape;17;p1"/>
            <p:cNvPicPr preferRelativeResize="0"/>
            <p:nvPr/>
          </p:nvPicPr>
          <p:blipFill rotWithShape="1">
            <a:blip r:embed="rId1">
              <a:alphaModFix/>
            </a:blip>
            <a:srcRect b="36534" l="0" r="0" t="36534"/>
            <a:stretch/>
          </p:blipFill>
          <p:spPr>
            <a:xfrm>
              <a:off x="219077" y="169836"/>
              <a:ext cx="1616067" cy="435254"/>
            </a:xfrm>
            <a:prstGeom prst="rect">
              <a:avLst/>
            </a:prstGeom>
            <a:noFill/>
            <a:ln>
              <a:noFill/>
            </a:ln>
          </p:spPr>
        </p:pic>
        <p:pic>
          <p:nvPicPr>
            <p:cNvPr descr="A white logo on a black background&#10;&#10;Description automatically generated" id="18" name="Google Shape;18;p1"/>
            <p:cNvPicPr preferRelativeResize="0"/>
            <p:nvPr/>
          </p:nvPicPr>
          <p:blipFill rotWithShape="1">
            <a:blip r:embed="rId2">
              <a:alphaModFix/>
            </a:blip>
            <a:srcRect b="24815" l="22000" r="21396" t="24814"/>
            <a:stretch/>
          </p:blipFill>
          <p:spPr>
            <a:xfrm>
              <a:off x="8322775" y="100726"/>
              <a:ext cx="543413" cy="483573"/>
            </a:xfrm>
            <a:prstGeom prst="rect">
              <a:avLst/>
            </a:prstGeom>
            <a:noFill/>
            <a:ln>
              <a:noFill/>
            </a:ln>
          </p:spPr>
        </p:pic>
      </p:grpSp>
      <p:grpSp>
        <p:nvGrpSpPr>
          <p:cNvPr id="19" name="Google Shape;19;p1"/>
          <p:cNvGrpSpPr/>
          <p:nvPr/>
        </p:nvGrpSpPr>
        <p:grpSpPr>
          <a:xfrm>
            <a:off x="219079" y="120396"/>
            <a:ext cx="8647111" cy="504364"/>
            <a:chOff x="219077" y="132041"/>
            <a:chExt cx="8647111" cy="504364"/>
          </a:xfrm>
        </p:grpSpPr>
        <p:pic>
          <p:nvPicPr>
            <p:cNvPr id="20" name="Google Shape;20;p1"/>
            <p:cNvPicPr preferRelativeResize="0"/>
            <p:nvPr/>
          </p:nvPicPr>
          <p:blipFill rotWithShape="1">
            <a:blip r:embed="rId3">
              <a:alphaModFix/>
            </a:blip>
            <a:srcRect b="36534" l="0" r="0" t="36534"/>
            <a:stretch/>
          </p:blipFill>
          <p:spPr>
            <a:xfrm>
              <a:off x="219077" y="201151"/>
              <a:ext cx="1616067" cy="435254"/>
            </a:xfrm>
            <a:prstGeom prst="rect">
              <a:avLst/>
            </a:prstGeom>
            <a:noFill/>
            <a:ln>
              <a:noFill/>
            </a:ln>
          </p:spPr>
        </p:pic>
        <p:pic>
          <p:nvPicPr>
            <p:cNvPr descr="A white logo on a black background&#10;&#10;Description automatically generated" id="21" name="Google Shape;21;p1"/>
            <p:cNvPicPr preferRelativeResize="0"/>
            <p:nvPr/>
          </p:nvPicPr>
          <p:blipFill rotWithShape="1">
            <a:blip r:embed="rId4">
              <a:alphaModFix/>
            </a:blip>
            <a:srcRect b="24815" l="22000" r="21396" t="24814"/>
            <a:stretch/>
          </p:blipFill>
          <p:spPr>
            <a:xfrm>
              <a:off x="8322775" y="132041"/>
              <a:ext cx="543413" cy="483573"/>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48" r:id="rId5"/>
    <p:sldLayoutId id="2147483649"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772">
          <p15:clr>
            <a:srgbClr val="F26B43"/>
          </p15:clr>
        </p15:guide>
        <p15:guide id="2" orient="horz" pos="2852">
          <p15:clr>
            <a:srgbClr val="F26B43"/>
          </p15:clr>
        </p15:guide>
        <p15:guide id="3" orient="horz" pos="360">
          <p15:clr>
            <a:srgbClr val="F26B43"/>
          </p15:clr>
        </p15:guide>
        <p15:guide id="4" orient="horz" pos="846">
          <p15:clr>
            <a:srgbClr val="F26B43"/>
          </p15:clr>
        </p15:guide>
        <p15:guide id="5" pos="180">
          <p15:clr>
            <a:srgbClr val="F26B43"/>
          </p15:clr>
        </p15:guide>
        <p15:guide id="6" pos="55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3" name="Shape 33"/>
        <p:cNvGrpSpPr/>
        <p:nvPr/>
      </p:nvGrpSpPr>
      <p:grpSpPr>
        <a:xfrm>
          <a:off x="0" y="0"/>
          <a:ext cx="0" cy="0"/>
          <a:chOff x="0" y="0"/>
          <a:chExt cx="0" cy="0"/>
        </a:xfrm>
      </p:grpSpPr>
      <p:sp>
        <p:nvSpPr>
          <p:cNvPr id="34" name="Google Shape;34;p4"/>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rgbClr val="4E84C4"/>
              </a:buClr>
              <a:buSzPts val="2100"/>
              <a:buFont typeface="Calibri"/>
              <a:buNone/>
              <a:defRPr b="0" i="0" sz="2100" u="none" cap="none" strike="noStrike">
                <a:solidFill>
                  <a:srgbClr val="4E84C4"/>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5" name="Google Shape;35;p4"/>
          <p:cNvSpPr txBox="1"/>
          <p:nvPr>
            <p:ph idx="1" type="body"/>
          </p:nvPr>
        </p:nvSpPr>
        <p:spPr>
          <a:xfrm>
            <a:off x="192992" y="851829"/>
            <a:ext cx="7886700" cy="3262312"/>
          </a:xfrm>
          <a:prstGeom prst="rect">
            <a:avLst/>
          </a:prstGeom>
          <a:noFill/>
          <a:ln>
            <a:noFill/>
          </a:ln>
        </p:spPr>
        <p:txBody>
          <a:bodyPr anchorCtr="0" anchor="t" bIns="45700" lIns="91425" spcFirstLastPara="1" rIns="91425" wrap="square" tIns="45700">
            <a:normAutofit/>
          </a:bodyPr>
          <a:lstStyle>
            <a:lvl1pPr indent="-330200" lvl="0" marL="457200" marR="0" rtl="0" algn="l">
              <a:lnSpc>
                <a:spcPct val="90000"/>
              </a:lnSpc>
              <a:spcBef>
                <a:spcPts val="1000"/>
              </a:spcBef>
              <a:spcAft>
                <a:spcPts val="0"/>
              </a:spcAft>
              <a:buClr>
                <a:srgbClr val="4E84C4"/>
              </a:buClr>
              <a:buSzPts val="1600"/>
              <a:buFont typeface="Arial"/>
              <a:buChar char="•"/>
              <a:defRPr b="0" i="0" sz="1600" u="none" cap="none" strike="noStrike">
                <a:solidFill>
                  <a:schemeClr val="dk1"/>
                </a:solidFill>
                <a:latin typeface="Calibri"/>
                <a:ea typeface="Calibri"/>
                <a:cs typeface="Calibri"/>
                <a:sym typeface="Calibri"/>
              </a:defRPr>
            </a:lvl1pPr>
            <a:lvl2pPr indent="-330200" lvl="1" marL="914400" marR="0" rtl="0" algn="l">
              <a:lnSpc>
                <a:spcPct val="90000"/>
              </a:lnSpc>
              <a:spcBef>
                <a:spcPts val="500"/>
              </a:spcBef>
              <a:spcAft>
                <a:spcPts val="0"/>
              </a:spcAft>
              <a:buClr>
                <a:srgbClr val="4E84C4"/>
              </a:buClr>
              <a:buSzPts val="1600"/>
              <a:buFont typeface="Noto Sans Symbols"/>
              <a:buChar char="−"/>
              <a:defRPr b="0" i="0" sz="1600" u="none" cap="none" strike="noStrike">
                <a:solidFill>
                  <a:schemeClr val="dk1"/>
                </a:solidFill>
                <a:latin typeface="Calibri"/>
                <a:ea typeface="Calibri"/>
                <a:cs typeface="Calibri"/>
                <a:sym typeface="Calibri"/>
              </a:defRPr>
            </a:lvl2pPr>
            <a:lvl3pPr indent="-330200" lvl="2" marL="1371600" marR="0" rtl="0" algn="l">
              <a:lnSpc>
                <a:spcPct val="90000"/>
              </a:lnSpc>
              <a:spcBef>
                <a:spcPts val="500"/>
              </a:spcBef>
              <a:spcAft>
                <a:spcPts val="0"/>
              </a:spcAft>
              <a:buClr>
                <a:srgbClr val="4E84C4"/>
              </a:buClr>
              <a:buSzPts val="1600"/>
              <a:buFont typeface="Arial"/>
              <a:buChar char="•"/>
              <a:defRPr b="0" i="0" sz="1600" u="none" cap="none" strike="noStrike">
                <a:solidFill>
                  <a:schemeClr val="dk1"/>
                </a:solidFill>
                <a:latin typeface="Calibri"/>
                <a:ea typeface="Calibri"/>
                <a:cs typeface="Calibri"/>
                <a:sym typeface="Calibri"/>
              </a:defRPr>
            </a:lvl3pPr>
            <a:lvl4pPr indent="-330200" lvl="3" marL="1828800" marR="0" rtl="0" algn="l">
              <a:lnSpc>
                <a:spcPct val="90000"/>
              </a:lnSpc>
              <a:spcBef>
                <a:spcPts val="500"/>
              </a:spcBef>
              <a:spcAft>
                <a:spcPts val="0"/>
              </a:spcAft>
              <a:buClr>
                <a:srgbClr val="4E84C4"/>
              </a:buClr>
              <a:buSzPts val="1600"/>
              <a:buFont typeface="Courier New"/>
              <a:buChar char="o"/>
              <a:defRPr b="0" i="0" sz="1600" u="none" cap="none" strike="noStrike">
                <a:solidFill>
                  <a:schemeClr val="dk1"/>
                </a:solidFill>
                <a:latin typeface="Calibri"/>
                <a:ea typeface="Calibri"/>
                <a:cs typeface="Calibri"/>
                <a:sym typeface="Calibri"/>
              </a:defRPr>
            </a:lvl4pPr>
            <a:lvl5pPr indent="-330200" lvl="4" marL="2286000" marR="0" rtl="0" algn="l">
              <a:lnSpc>
                <a:spcPct val="90000"/>
              </a:lnSpc>
              <a:spcBef>
                <a:spcPts val="500"/>
              </a:spcBef>
              <a:spcAft>
                <a:spcPts val="0"/>
              </a:spcAft>
              <a:buClr>
                <a:srgbClr val="4E84C4"/>
              </a:buClr>
              <a:buSzPts val="1600"/>
              <a:buFont typeface="Arial"/>
              <a:buChar char="•"/>
              <a:defRPr b="0" i="0" sz="16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6" name="Google Shape;36;p4"/>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lvl1pPr lvl="0" marR="0" rtl="0" algn="l">
              <a:spcBef>
                <a:spcPts val="0"/>
              </a:spcBef>
              <a:spcAft>
                <a:spcPts val="0"/>
              </a:spcAft>
              <a:buSzPts val="1400"/>
              <a:buNone/>
              <a:defRPr b="0" i="0" sz="7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9pPr>
          </a:lstStyle>
          <a:p/>
        </p:txBody>
      </p:sp>
      <p:sp>
        <p:nvSpPr>
          <p:cNvPr id="37" name="Google Shape;37;p4"/>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lvl1pPr indent="0" lvl="0" marL="0" marR="0" rtl="0" algn="ctr">
              <a:spcBef>
                <a:spcPts val="0"/>
              </a:spcBef>
              <a:buNone/>
              <a:defRPr b="1" i="0" sz="700" u="none" cap="none" strike="noStrike">
                <a:solidFill>
                  <a:srgbClr val="7F7F7F"/>
                </a:solidFill>
                <a:latin typeface="Calibri"/>
                <a:ea typeface="Calibri"/>
                <a:cs typeface="Calibri"/>
                <a:sym typeface="Calibri"/>
              </a:defRPr>
            </a:lvl1pPr>
            <a:lvl2pPr indent="0" lvl="1" marL="0" marR="0" rtl="0" algn="ctr">
              <a:spcBef>
                <a:spcPts val="0"/>
              </a:spcBef>
              <a:buNone/>
              <a:defRPr b="1" i="0" sz="700" u="none" cap="none" strike="noStrike">
                <a:solidFill>
                  <a:srgbClr val="7F7F7F"/>
                </a:solidFill>
                <a:latin typeface="Calibri"/>
                <a:ea typeface="Calibri"/>
                <a:cs typeface="Calibri"/>
                <a:sym typeface="Calibri"/>
              </a:defRPr>
            </a:lvl2pPr>
            <a:lvl3pPr indent="0" lvl="2" marL="0" marR="0" rtl="0" algn="ctr">
              <a:spcBef>
                <a:spcPts val="0"/>
              </a:spcBef>
              <a:buNone/>
              <a:defRPr b="1" i="0" sz="700" u="none" cap="none" strike="noStrike">
                <a:solidFill>
                  <a:srgbClr val="7F7F7F"/>
                </a:solidFill>
                <a:latin typeface="Calibri"/>
                <a:ea typeface="Calibri"/>
                <a:cs typeface="Calibri"/>
                <a:sym typeface="Calibri"/>
              </a:defRPr>
            </a:lvl3pPr>
            <a:lvl4pPr indent="0" lvl="3" marL="0" marR="0" rtl="0" algn="ctr">
              <a:spcBef>
                <a:spcPts val="0"/>
              </a:spcBef>
              <a:buNone/>
              <a:defRPr b="1" i="0" sz="700" u="none" cap="none" strike="noStrike">
                <a:solidFill>
                  <a:srgbClr val="7F7F7F"/>
                </a:solidFill>
                <a:latin typeface="Calibri"/>
                <a:ea typeface="Calibri"/>
                <a:cs typeface="Calibri"/>
                <a:sym typeface="Calibri"/>
              </a:defRPr>
            </a:lvl4pPr>
            <a:lvl5pPr indent="0" lvl="4" marL="0" marR="0" rtl="0" algn="ctr">
              <a:spcBef>
                <a:spcPts val="0"/>
              </a:spcBef>
              <a:buNone/>
              <a:defRPr b="1" i="0" sz="700" u="none" cap="none" strike="noStrike">
                <a:solidFill>
                  <a:srgbClr val="7F7F7F"/>
                </a:solidFill>
                <a:latin typeface="Calibri"/>
                <a:ea typeface="Calibri"/>
                <a:cs typeface="Calibri"/>
                <a:sym typeface="Calibri"/>
              </a:defRPr>
            </a:lvl5pPr>
            <a:lvl6pPr indent="0" lvl="5" marL="0" marR="0" rtl="0" algn="ctr">
              <a:spcBef>
                <a:spcPts val="0"/>
              </a:spcBef>
              <a:buNone/>
              <a:defRPr b="1" i="0" sz="700" u="none" cap="none" strike="noStrike">
                <a:solidFill>
                  <a:srgbClr val="7F7F7F"/>
                </a:solidFill>
                <a:latin typeface="Calibri"/>
                <a:ea typeface="Calibri"/>
                <a:cs typeface="Calibri"/>
                <a:sym typeface="Calibri"/>
              </a:defRPr>
            </a:lvl6pPr>
            <a:lvl7pPr indent="0" lvl="6" marL="0" marR="0" rtl="0" algn="ctr">
              <a:spcBef>
                <a:spcPts val="0"/>
              </a:spcBef>
              <a:buNone/>
              <a:defRPr b="1" i="0" sz="700" u="none" cap="none" strike="noStrike">
                <a:solidFill>
                  <a:srgbClr val="7F7F7F"/>
                </a:solidFill>
                <a:latin typeface="Calibri"/>
                <a:ea typeface="Calibri"/>
                <a:cs typeface="Calibri"/>
                <a:sym typeface="Calibri"/>
              </a:defRPr>
            </a:lvl7pPr>
            <a:lvl8pPr indent="0" lvl="7" marL="0" marR="0" rtl="0" algn="ctr">
              <a:spcBef>
                <a:spcPts val="0"/>
              </a:spcBef>
              <a:buNone/>
              <a:defRPr b="1" i="0" sz="700" u="none" cap="none" strike="noStrike">
                <a:solidFill>
                  <a:srgbClr val="7F7F7F"/>
                </a:solidFill>
                <a:latin typeface="Calibri"/>
                <a:ea typeface="Calibri"/>
                <a:cs typeface="Calibri"/>
                <a:sym typeface="Calibri"/>
              </a:defRPr>
            </a:lvl8pPr>
            <a:lvl9pPr indent="0" lvl="8" marL="0" marR="0" rtl="0" algn="ctr">
              <a:spcBef>
                <a:spcPts val="0"/>
              </a:spcBef>
              <a:buNone/>
              <a:defRPr b="1" i="0" sz="700" u="none" cap="none" strike="noStrike">
                <a:solidFill>
                  <a:srgbClr val="7F7F7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pic>
        <p:nvPicPr>
          <p:cNvPr id="38" name="Google Shape;38;p4"/>
          <p:cNvPicPr preferRelativeResize="0"/>
          <p:nvPr/>
        </p:nvPicPr>
        <p:blipFill rotWithShape="1">
          <a:blip r:embed="rId1">
            <a:alphaModFix/>
          </a:blip>
          <a:srcRect b="0" l="728" r="728" t="0"/>
          <a:stretch/>
        </p:blipFill>
        <p:spPr>
          <a:xfrm>
            <a:off x="8428379" y="4647630"/>
            <a:ext cx="435969" cy="387958"/>
          </a:xfrm>
          <a:prstGeom prst="rect">
            <a:avLst/>
          </a:prstGeom>
          <a:noFill/>
          <a:ln>
            <a:noFill/>
          </a:ln>
        </p:spPr>
      </p:pic>
      <p:pic>
        <p:nvPicPr>
          <p:cNvPr descr="A close-up of a sign&#10;&#10;Description automatically generated" id="39" name="Google Shape;39;p4"/>
          <p:cNvPicPr preferRelativeResize="0"/>
          <p:nvPr/>
        </p:nvPicPr>
        <p:blipFill rotWithShape="1">
          <a:blip r:embed="rId2">
            <a:alphaModFix/>
          </a:blip>
          <a:srcRect b="0" l="0" r="0" t="0"/>
          <a:stretch/>
        </p:blipFill>
        <p:spPr>
          <a:xfrm>
            <a:off x="285750" y="4733063"/>
            <a:ext cx="1266904" cy="302523"/>
          </a:xfrm>
          <a:prstGeom prst="rect">
            <a:avLst/>
          </a:prstGeom>
          <a:noFill/>
          <a:ln>
            <a:noFill/>
          </a:ln>
        </p:spPr>
      </p:pic>
      <p:cxnSp>
        <p:nvCxnSpPr>
          <p:cNvPr id="40" name="Google Shape;40;p4"/>
          <p:cNvCxnSpPr/>
          <p:nvPr/>
        </p:nvCxnSpPr>
        <p:spPr>
          <a:xfrm>
            <a:off x="4565002" y="4942596"/>
            <a:ext cx="0" cy="127170"/>
          </a:xfrm>
          <a:prstGeom prst="straightConnector1">
            <a:avLst/>
          </a:prstGeom>
          <a:noFill/>
          <a:ln cap="flat" cmpd="sng" w="12700">
            <a:solidFill>
              <a:srgbClr val="808285"/>
            </a:solidFill>
            <a:prstDash val="solid"/>
            <a:miter lim="8000"/>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419">
          <p15:clr>
            <a:srgbClr val="F26B43"/>
          </p15:clr>
        </p15:guide>
        <p15:guide id="2" pos="172">
          <p15:clr>
            <a:srgbClr val="F26B43"/>
          </p15:clr>
        </p15:guide>
        <p15:guide id="3" pos="5573">
          <p15:clr>
            <a:srgbClr val="F26B43"/>
          </p15:clr>
        </p15:guide>
        <p15:guide id="4" orient="horz" pos="1720">
          <p15:clr>
            <a:srgbClr val="F26B43"/>
          </p15:clr>
        </p15:guide>
        <p15:guide id="5" orient="horz" pos="2916">
          <p15:clr>
            <a:srgbClr val="F26B43"/>
          </p15:clr>
        </p15:guide>
        <p15:guide id="6" orient="horz" pos="531">
          <p15:clr>
            <a:srgbClr val="F26B43"/>
          </p15:clr>
        </p15:guide>
        <p15:guide id="7"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75" name="Shape 75"/>
        <p:cNvGrpSpPr/>
        <p:nvPr/>
      </p:nvGrpSpPr>
      <p:grpSpPr>
        <a:xfrm>
          <a:off x="0" y="0"/>
          <a:ext cx="0" cy="0"/>
          <a:chOff x="0" y="0"/>
          <a:chExt cx="0" cy="0"/>
        </a:xfrm>
      </p:grpSpPr>
      <p:sp>
        <p:nvSpPr>
          <p:cNvPr id="76" name="Google Shape;76;p13"/>
          <p:cNvSpPr/>
          <p:nvPr/>
        </p:nvSpPr>
        <p:spPr>
          <a:xfrm>
            <a:off x="70640" y="100727"/>
            <a:ext cx="148437" cy="145788"/>
          </a:xfrm>
          <a:prstGeom prst="rect">
            <a:avLst/>
          </a:prstGeom>
          <a:solidFill>
            <a:srgbClr val="E411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cxnSp>
        <p:nvCxnSpPr>
          <p:cNvPr id="77" name="Google Shape;77;p13"/>
          <p:cNvCxnSpPr/>
          <p:nvPr/>
        </p:nvCxnSpPr>
        <p:spPr>
          <a:xfrm>
            <a:off x="91079" y="273502"/>
            <a:ext cx="107556" cy="0"/>
          </a:xfrm>
          <a:prstGeom prst="straightConnector1">
            <a:avLst/>
          </a:prstGeom>
          <a:noFill/>
          <a:ln cap="flat" cmpd="sng" w="9525">
            <a:solidFill>
              <a:srgbClr val="E41165"/>
            </a:solidFill>
            <a:prstDash val="solid"/>
            <a:miter lim="8000"/>
            <a:headEnd len="sm" w="sm" type="none"/>
            <a:tailEnd len="sm" w="sm" type="none"/>
          </a:ln>
        </p:spPr>
      </p:cxnSp>
      <p:sp>
        <p:nvSpPr>
          <p:cNvPr id="78" name="Google Shape;78;p13"/>
          <p:cNvSpPr txBox="1"/>
          <p:nvPr/>
        </p:nvSpPr>
        <p:spPr>
          <a:xfrm>
            <a:off x="70640" y="330802"/>
            <a:ext cx="148437" cy="1457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sz="1600">
              <a:solidFill>
                <a:schemeClr val="dk1"/>
              </a:solidFill>
              <a:latin typeface="Calibri"/>
              <a:ea typeface="Calibri"/>
              <a:cs typeface="Calibri"/>
              <a:sym typeface="Calibri"/>
            </a:endParaRPr>
          </a:p>
        </p:txBody>
      </p:sp>
      <p:sp>
        <p:nvSpPr>
          <p:cNvPr id="79" name="Google Shape;79;p13"/>
          <p:cNvSpPr/>
          <p:nvPr/>
        </p:nvSpPr>
        <p:spPr>
          <a:xfrm>
            <a:off x="37301" y="63763"/>
            <a:ext cx="215112" cy="395666"/>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sp>
        <p:nvSpPr>
          <p:cNvPr id="80" name="Google Shape;80;p13"/>
          <p:cNvSpPr txBox="1"/>
          <p:nvPr>
            <p:ph type="title"/>
          </p:nvPr>
        </p:nvSpPr>
        <p:spPr>
          <a:xfrm>
            <a:off x="277814" y="2227765"/>
            <a:ext cx="2650475" cy="686150"/>
          </a:xfrm>
          <a:prstGeom prst="rect">
            <a:avLst/>
          </a:prstGeom>
          <a:noFill/>
          <a:ln>
            <a:noFill/>
          </a:ln>
        </p:spPr>
        <p:txBody>
          <a:bodyPr anchorCtr="0" anchor="ctr" bIns="0" lIns="0" spcFirstLastPara="1" rIns="0" wrap="square" tIns="12050">
            <a:spAutoFit/>
          </a:bodyPr>
          <a:lstStyle>
            <a:lvl1pPr lvl="0" marR="0" rtl="0" algn="l">
              <a:lnSpc>
                <a:spcPct val="90000"/>
              </a:lnSpc>
              <a:spcBef>
                <a:spcPts val="0"/>
              </a:spcBef>
              <a:spcAft>
                <a:spcPts val="0"/>
              </a:spcAft>
              <a:buClr>
                <a:schemeClr val="lt1"/>
              </a:buClr>
              <a:buSzPts val="2200"/>
              <a:buFont typeface="Calibri"/>
              <a:buNone/>
              <a:defRPr b="0" i="0" sz="2200" u="none" cap="none" strike="noStrik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grpSp>
        <p:nvGrpSpPr>
          <p:cNvPr id="81" name="Google Shape;81;p13"/>
          <p:cNvGrpSpPr/>
          <p:nvPr/>
        </p:nvGrpSpPr>
        <p:grpSpPr>
          <a:xfrm>
            <a:off x="219079" y="120396"/>
            <a:ext cx="8647111" cy="504364"/>
            <a:chOff x="219077" y="100726"/>
            <a:chExt cx="8647111" cy="504364"/>
          </a:xfrm>
        </p:grpSpPr>
        <p:pic>
          <p:nvPicPr>
            <p:cNvPr id="82" name="Google Shape;82;p13"/>
            <p:cNvPicPr preferRelativeResize="0"/>
            <p:nvPr/>
          </p:nvPicPr>
          <p:blipFill rotWithShape="1">
            <a:blip r:embed="rId1">
              <a:alphaModFix/>
            </a:blip>
            <a:srcRect b="36534" l="0" r="0" t="36534"/>
            <a:stretch/>
          </p:blipFill>
          <p:spPr>
            <a:xfrm>
              <a:off x="219077" y="169836"/>
              <a:ext cx="1616067" cy="435254"/>
            </a:xfrm>
            <a:prstGeom prst="rect">
              <a:avLst/>
            </a:prstGeom>
            <a:noFill/>
            <a:ln>
              <a:noFill/>
            </a:ln>
          </p:spPr>
        </p:pic>
        <p:pic>
          <p:nvPicPr>
            <p:cNvPr descr="A white logo on a black background&#10;&#10;Description automatically generated" id="83" name="Google Shape;83;p13"/>
            <p:cNvPicPr preferRelativeResize="0"/>
            <p:nvPr/>
          </p:nvPicPr>
          <p:blipFill rotWithShape="1">
            <a:blip r:embed="rId2">
              <a:alphaModFix/>
            </a:blip>
            <a:srcRect b="24815" l="22000" r="21396" t="24814"/>
            <a:stretch/>
          </p:blipFill>
          <p:spPr>
            <a:xfrm>
              <a:off x="8322775" y="100726"/>
              <a:ext cx="543413" cy="483573"/>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58"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880">
          <p15:clr>
            <a:srgbClr val="F26B43"/>
          </p15:clr>
        </p15:guide>
        <p15:guide id="2" orient="horz" pos="1620">
          <p15:clr>
            <a:srgbClr val="F26B43"/>
          </p15:clr>
        </p15:guide>
        <p15:guide id="3" orient="horz" pos="64">
          <p15:clr>
            <a:srgbClr val="F26B43"/>
          </p15:clr>
        </p15:guide>
        <p15:guide id="4" orient="horz" pos="360">
          <p15:clr>
            <a:srgbClr val="F26B43"/>
          </p15:clr>
        </p15:guide>
        <p15:guide id="5" orient="horz" pos="529">
          <p15:clr>
            <a:srgbClr val="F26B43"/>
          </p15:clr>
        </p15:guide>
        <p15:guide id="6" orient="horz" pos="2957">
          <p15:clr>
            <a:srgbClr val="F26B43"/>
          </p15:clr>
        </p15:guide>
        <p15:guide id="7" pos="5585">
          <p15:clr>
            <a:srgbClr val="F26B43"/>
          </p15:clr>
        </p15:guide>
        <p15:guide id="8" pos="180">
          <p15:clr>
            <a:srgbClr val="F26B43"/>
          </p15:clr>
        </p15:guide>
        <p15:guide id="9" orient="horz" pos="3168">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86" name="Shape 86"/>
        <p:cNvGrpSpPr/>
        <p:nvPr/>
      </p:nvGrpSpPr>
      <p:grpSpPr>
        <a:xfrm>
          <a:off x="0" y="0"/>
          <a:ext cx="0" cy="0"/>
          <a:chOff x="0" y="0"/>
          <a:chExt cx="0" cy="0"/>
        </a:xfrm>
      </p:grpSpPr>
      <p:sp>
        <p:nvSpPr>
          <p:cNvPr id="87" name="Google Shape;87;p15"/>
          <p:cNvSpPr/>
          <p:nvPr/>
        </p:nvSpPr>
        <p:spPr>
          <a:xfrm>
            <a:off x="70640" y="100727"/>
            <a:ext cx="148437" cy="145788"/>
          </a:xfrm>
          <a:prstGeom prst="rect">
            <a:avLst/>
          </a:prstGeom>
          <a:solidFill>
            <a:srgbClr val="E411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cxnSp>
        <p:nvCxnSpPr>
          <p:cNvPr id="88" name="Google Shape;88;p15"/>
          <p:cNvCxnSpPr/>
          <p:nvPr/>
        </p:nvCxnSpPr>
        <p:spPr>
          <a:xfrm>
            <a:off x="91079" y="273502"/>
            <a:ext cx="107556" cy="0"/>
          </a:xfrm>
          <a:prstGeom prst="straightConnector1">
            <a:avLst/>
          </a:prstGeom>
          <a:noFill/>
          <a:ln cap="flat" cmpd="sng" w="9525">
            <a:solidFill>
              <a:srgbClr val="E41165"/>
            </a:solidFill>
            <a:prstDash val="solid"/>
            <a:miter lim="8000"/>
            <a:headEnd len="sm" w="sm" type="none"/>
            <a:tailEnd len="sm" w="sm" type="none"/>
          </a:ln>
        </p:spPr>
      </p:cxnSp>
      <p:sp>
        <p:nvSpPr>
          <p:cNvPr id="89" name="Google Shape;89;p15"/>
          <p:cNvSpPr txBox="1"/>
          <p:nvPr/>
        </p:nvSpPr>
        <p:spPr>
          <a:xfrm>
            <a:off x="70640" y="330802"/>
            <a:ext cx="148437" cy="1457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sz="1600">
              <a:solidFill>
                <a:schemeClr val="dk1"/>
              </a:solidFill>
              <a:latin typeface="Calibri"/>
              <a:ea typeface="Calibri"/>
              <a:cs typeface="Calibri"/>
              <a:sym typeface="Calibri"/>
            </a:endParaRPr>
          </a:p>
        </p:txBody>
      </p:sp>
      <p:sp>
        <p:nvSpPr>
          <p:cNvPr id="90" name="Google Shape;90;p15"/>
          <p:cNvSpPr/>
          <p:nvPr/>
        </p:nvSpPr>
        <p:spPr>
          <a:xfrm>
            <a:off x="37301" y="63763"/>
            <a:ext cx="215112" cy="395666"/>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grpSp>
        <p:nvGrpSpPr>
          <p:cNvPr id="91" name="Google Shape;91;p15"/>
          <p:cNvGrpSpPr/>
          <p:nvPr/>
        </p:nvGrpSpPr>
        <p:grpSpPr>
          <a:xfrm>
            <a:off x="219079" y="113253"/>
            <a:ext cx="8647111" cy="504364"/>
            <a:chOff x="219077" y="100726"/>
            <a:chExt cx="8647111" cy="504364"/>
          </a:xfrm>
        </p:grpSpPr>
        <p:pic>
          <p:nvPicPr>
            <p:cNvPr id="92" name="Google Shape;92;p15"/>
            <p:cNvPicPr preferRelativeResize="0"/>
            <p:nvPr/>
          </p:nvPicPr>
          <p:blipFill rotWithShape="1">
            <a:blip r:embed="rId1">
              <a:alphaModFix/>
            </a:blip>
            <a:srcRect b="36534" l="0" r="0" t="36534"/>
            <a:stretch/>
          </p:blipFill>
          <p:spPr>
            <a:xfrm>
              <a:off x="219077" y="169836"/>
              <a:ext cx="1616067" cy="435254"/>
            </a:xfrm>
            <a:prstGeom prst="rect">
              <a:avLst/>
            </a:prstGeom>
            <a:noFill/>
            <a:ln>
              <a:noFill/>
            </a:ln>
          </p:spPr>
        </p:pic>
        <p:pic>
          <p:nvPicPr>
            <p:cNvPr descr="A white logo on a black background&#10;&#10;Description automatically generated" id="93" name="Google Shape;93;p15"/>
            <p:cNvPicPr preferRelativeResize="0"/>
            <p:nvPr/>
          </p:nvPicPr>
          <p:blipFill rotWithShape="1">
            <a:blip r:embed="rId2">
              <a:alphaModFix/>
            </a:blip>
            <a:srcRect b="24815" l="22000" r="21396" t="24814"/>
            <a:stretch/>
          </p:blipFill>
          <p:spPr>
            <a:xfrm>
              <a:off x="8322775" y="100726"/>
              <a:ext cx="543413" cy="483573"/>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59" r:id="rId3"/>
    <p:sldLayoutId id="2147483660" r:id="rId4"/>
    <p:sldLayoutId id="2147483661" r:id="rId5"/>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880">
          <p15:clr>
            <a:srgbClr val="F26B43"/>
          </p15:clr>
        </p15:guide>
        <p15:guide id="2" orient="horz" pos="1620">
          <p15:clr>
            <a:srgbClr val="F26B43"/>
          </p15:clr>
        </p15:guide>
        <p15:guide id="3" orient="horz" pos="64">
          <p15:clr>
            <a:srgbClr val="F26B43"/>
          </p15:clr>
        </p15:guide>
        <p15:guide id="4" orient="horz" pos="360">
          <p15:clr>
            <a:srgbClr val="F26B43"/>
          </p15:clr>
        </p15:guide>
        <p15:guide id="5" orient="horz" pos="529">
          <p15:clr>
            <a:srgbClr val="F26B43"/>
          </p15:clr>
        </p15:guide>
        <p15:guide id="6" orient="horz" pos="2916">
          <p15:clr>
            <a:srgbClr val="F26B43"/>
          </p15:clr>
        </p15:guide>
        <p15:guide id="7" pos="5585">
          <p15:clr>
            <a:srgbClr val="F26B43"/>
          </p15:clr>
        </p15:guide>
        <p15:guide id="8" pos="180">
          <p15:clr>
            <a:srgbClr val="F26B43"/>
          </p15:clr>
        </p15:guide>
        <p15:guide id="9" orient="horz" pos="3168">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98" name="Shape 98"/>
        <p:cNvGrpSpPr/>
        <p:nvPr/>
      </p:nvGrpSpPr>
      <p:grpSpPr>
        <a:xfrm>
          <a:off x="0" y="0"/>
          <a:ext cx="0" cy="0"/>
          <a:chOff x="0" y="0"/>
          <a:chExt cx="0" cy="0"/>
        </a:xfrm>
      </p:grpSpPr>
      <p:sp>
        <p:nvSpPr>
          <p:cNvPr id="99" name="Google Shape;99;p19"/>
          <p:cNvSpPr/>
          <p:nvPr/>
        </p:nvSpPr>
        <p:spPr>
          <a:xfrm>
            <a:off x="70640" y="100727"/>
            <a:ext cx="148437" cy="145788"/>
          </a:xfrm>
          <a:prstGeom prst="rect">
            <a:avLst/>
          </a:prstGeom>
          <a:solidFill>
            <a:srgbClr val="E411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cxnSp>
        <p:nvCxnSpPr>
          <p:cNvPr id="100" name="Google Shape;100;p19"/>
          <p:cNvCxnSpPr/>
          <p:nvPr/>
        </p:nvCxnSpPr>
        <p:spPr>
          <a:xfrm>
            <a:off x="91079" y="273502"/>
            <a:ext cx="107556" cy="0"/>
          </a:xfrm>
          <a:prstGeom prst="straightConnector1">
            <a:avLst/>
          </a:prstGeom>
          <a:noFill/>
          <a:ln cap="flat" cmpd="sng" w="9525">
            <a:solidFill>
              <a:srgbClr val="E41165"/>
            </a:solidFill>
            <a:prstDash val="solid"/>
            <a:miter lim="8000"/>
            <a:headEnd len="sm" w="sm" type="none"/>
            <a:tailEnd len="sm" w="sm" type="none"/>
          </a:ln>
        </p:spPr>
      </p:cxnSp>
      <p:sp>
        <p:nvSpPr>
          <p:cNvPr id="101" name="Google Shape;101;p19"/>
          <p:cNvSpPr txBox="1"/>
          <p:nvPr/>
        </p:nvSpPr>
        <p:spPr>
          <a:xfrm>
            <a:off x="70640" y="330802"/>
            <a:ext cx="148437" cy="1457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sz="1600">
              <a:solidFill>
                <a:schemeClr val="dk1"/>
              </a:solidFill>
              <a:latin typeface="Calibri"/>
              <a:ea typeface="Calibri"/>
              <a:cs typeface="Calibri"/>
              <a:sym typeface="Calibri"/>
            </a:endParaRPr>
          </a:p>
        </p:txBody>
      </p:sp>
      <p:sp>
        <p:nvSpPr>
          <p:cNvPr id="102" name="Google Shape;102;p19"/>
          <p:cNvSpPr/>
          <p:nvPr/>
        </p:nvSpPr>
        <p:spPr>
          <a:xfrm>
            <a:off x="37301" y="63763"/>
            <a:ext cx="215112" cy="395666"/>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sp>
        <p:nvSpPr>
          <p:cNvPr id="103" name="Google Shape;103;p19"/>
          <p:cNvSpPr/>
          <p:nvPr/>
        </p:nvSpPr>
        <p:spPr>
          <a:xfrm>
            <a:off x="292100" y="2395468"/>
            <a:ext cx="2650475" cy="350737"/>
          </a:xfrm>
          <a:prstGeom prst="rect">
            <a:avLst/>
          </a:prstGeom>
          <a:noFill/>
          <a:ln>
            <a:noFill/>
          </a:ln>
        </p:spPr>
        <p:txBody>
          <a:bodyPr anchorCtr="0" anchor="ctr" bIns="0" lIns="0" spcFirstLastPara="1" rIns="0" wrap="square" tIns="12050">
            <a:noAutofit/>
          </a:bodyPr>
          <a:lstStyle/>
          <a:p>
            <a:pPr indent="0" lvl="0" marL="0" marR="0" rtl="0" algn="l">
              <a:spcBef>
                <a:spcPts val="0"/>
              </a:spcBef>
              <a:spcAft>
                <a:spcPts val="0"/>
              </a:spcAft>
              <a:buNone/>
            </a:pPr>
            <a:r>
              <a:rPr b="0" lang="en-US" sz="2200">
                <a:solidFill>
                  <a:schemeClr val="lt1"/>
                </a:solidFill>
                <a:latin typeface="Calibri"/>
                <a:ea typeface="Calibri"/>
                <a:cs typeface="Calibri"/>
                <a:sym typeface="Calibri"/>
              </a:rPr>
              <a:t>Thank you</a:t>
            </a:r>
            <a:endParaRPr/>
          </a:p>
        </p:txBody>
      </p:sp>
      <p:sp>
        <p:nvSpPr>
          <p:cNvPr id="104" name="Google Shape;104;p19"/>
          <p:cNvSpPr txBox="1"/>
          <p:nvPr/>
        </p:nvSpPr>
        <p:spPr>
          <a:xfrm>
            <a:off x="288869" y="4927600"/>
            <a:ext cx="1902444" cy="107722"/>
          </a:xfrm>
          <a:prstGeom prst="rect">
            <a:avLst/>
          </a:prstGeom>
          <a:noFill/>
          <a:ln>
            <a:noFill/>
          </a:ln>
        </p:spPr>
        <p:txBody>
          <a:bodyPr anchorCtr="0" anchor="t" bIns="0" lIns="0" spcFirstLastPara="1" rIns="0" wrap="square" tIns="0">
            <a:spAutoFit/>
          </a:bodyPr>
          <a:lstStyle/>
          <a:p>
            <a:pPr indent="0" lvl="0" marL="5776" marR="0" rtl="0" algn="l">
              <a:lnSpc>
                <a:spcPct val="100000"/>
              </a:lnSpc>
              <a:spcBef>
                <a:spcPts val="0"/>
              </a:spcBef>
              <a:spcAft>
                <a:spcPts val="0"/>
              </a:spcAft>
              <a:buNone/>
            </a:pPr>
            <a:r>
              <a:rPr b="0" lang="en-US" sz="700">
                <a:solidFill>
                  <a:schemeClr val="lt1"/>
                </a:solidFill>
                <a:latin typeface="Calibri"/>
                <a:ea typeface="Calibri"/>
                <a:cs typeface="Calibri"/>
                <a:sym typeface="Calibri"/>
              </a:rPr>
              <a:t>Copyright © 2024 Tata Consultancy Services Limited</a:t>
            </a:r>
            <a:endParaRPr b="0" sz="700">
              <a:solidFill>
                <a:schemeClr val="lt1"/>
              </a:solidFill>
              <a:latin typeface="Calibri"/>
              <a:ea typeface="Calibri"/>
              <a:cs typeface="Calibri"/>
              <a:sym typeface="Calibri"/>
            </a:endParaRPr>
          </a:p>
        </p:txBody>
      </p:sp>
      <p:grpSp>
        <p:nvGrpSpPr>
          <p:cNvPr id="105" name="Google Shape;105;p19"/>
          <p:cNvGrpSpPr/>
          <p:nvPr/>
        </p:nvGrpSpPr>
        <p:grpSpPr>
          <a:xfrm>
            <a:off x="219079" y="120396"/>
            <a:ext cx="8647111" cy="504364"/>
            <a:chOff x="219077" y="100726"/>
            <a:chExt cx="8647111" cy="504364"/>
          </a:xfrm>
        </p:grpSpPr>
        <p:pic>
          <p:nvPicPr>
            <p:cNvPr id="106" name="Google Shape;106;p19"/>
            <p:cNvPicPr preferRelativeResize="0"/>
            <p:nvPr/>
          </p:nvPicPr>
          <p:blipFill rotWithShape="1">
            <a:blip r:embed="rId1">
              <a:alphaModFix/>
            </a:blip>
            <a:srcRect b="36534" l="0" r="0" t="36534"/>
            <a:stretch/>
          </p:blipFill>
          <p:spPr>
            <a:xfrm>
              <a:off x="219077" y="169836"/>
              <a:ext cx="1616067" cy="435254"/>
            </a:xfrm>
            <a:prstGeom prst="rect">
              <a:avLst/>
            </a:prstGeom>
            <a:noFill/>
            <a:ln>
              <a:noFill/>
            </a:ln>
          </p:spPr>
        </p:pic>
        <p:pic>
          <p:nvPicPr>
            <p:cNvPr descr="A white logo on a black background&#10;&#10;Description automatically generated" id="107" name="Google Shape;107;p19"/>
            <p:cNvPicPr preferRelativeResize="0"/>
            <p:nvPr/>
          </p:nvPicPr>
          <p:blipFill rotWithShape="1">
            <a:blip r:embed="rId2">
              <a:alphaModFix/>
            </a:blip>
            <a:srcRect b="24815" l="22000" r="21396" t="24814"/>
            <a:stretch/>
          </p:blipFill>
          <p:spPr>
            <a:xfrm>
              <a:off x="8322775" y="100726"/>
              <a:ext cx="543413" cy="483573"/>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62"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880">
          <p15:clr>
            <a:srgbClr val="F26B43"/>
          </p15:clr>
        </p15:guide>
        <p15:guide id="2" orient="horz" pos="1620">
          <p15:clr>
            <a:srgbClr val="F26B43"/>
          </p15:clr>
        </p15:guide>
        <p15:guide id="3" orient="horz" pos="64">
          <p15:clr>
            <a:srgbClr val="F26B43"/>
          </p15:clr>
        </p15:guide>
        <p15:guide id="4" orient="horz" pos="360">
          <p15:clr>
            <a:srgbClr val="F26B43"/>
          </p15:clr>
        </p15:guide>
        <p15:guide id="5" orient="horz" pos="529">
          <p15:clr>
            <a:srgbClr val="F26B43"/>
          </p15:clr>
        </p15:guide>
        <p15:guide id="6" orient="horz" pos="2957">
          <p15:clr>
            <a:srgbClr val="F26B43"/>
          </p15:clr>
        </p15:guide>
        <p15:guide id="7" pos="5585">
          <p15:clr>
            <a:srgbClr val="F26B43"/>
          </p15:clr>
        </p15:guide>
        <p15:guide id="8" pos="180">
          <p15:clr>
            <a:srgbClr val="F26B43"/>
          </p15:clr>
        </p15:guide>
        <p15:guide id="9" orient="horz" pos="3168">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
        <p:nvSpPr>
          <p:cNvPr id="110" name="Google Shape;110;p21"/>
          <p:cNvSpPr/>
          <p:nvPr/>
        </p:nvSpPr>
        <p:spPr>
          <a:xfrm>
            <a:off x="292100" y="2395468"/>
            <a:ext cx="2650475" cy="350737"/>
          </a:xfrm>
          <a:prstGeom prst="rect">
            <a:avLst/>
          </a:prstGeom>
          <a:noFill/>
          <a:ln>
            <a:noFill/>
          </a:ln>
        </p:spPr>
        <p:txBody>
          <a:bodyPr anchorCtr="0" anchor="ctr" bIns="0" lIns="0" spcFirstLastPara="1" rIns="0" wrap="square" tIns="12050">
            <a:noAutofit/>
          </a:bodyPr>
          <a:lstStyle/>
          <a:p>
            <a:pPr indent="0" lvl="0" marL="0" marR="0" rtl="0" algn="l">
              <a:spcBef>
                <a:spcPts val="0"/>
              </a:spcBef>
              <a:spcAft>
                <a:spcPts val="0"/>
              </a:spcAft>
              <a:buNone/>
            </a:pPr>
            <a:r>
              <a:rPr b="0" lang="en-US" sz="2200">
                <a:solidFill>
                  <a:schemeClr val="dk1"/>
                </a:solidFill>
                <a:latin typeface="Calibri"/>
                <a:ea typeface="Calibri"/>
                <a:cs typeface="Calibri"/>
                <a:sym typeface="Calibri"/>
              </a:rPr>
              <a:t>Thank you</a:t>
            </a:r>
            <a:endParaRPr/>
          </a:p>
        </p:txBody>
      </p:sp>
      <p:sp>
        <p:nvSpPr>
          <p:cNvPr id="111" name="Google Shape;111;p21"/>
          <p:cNvSpPr txBox="1"/>
          <p:nvPr/>
        </p:nvSpPr>
        <p:spPr>
          <a:xfrm>
            <a:off x="288869" y="4927600"/>
            <a:ext cx="1902444" cy="107722"/>
          </a:xfrm>
          <a:prstGeom prst="rect">
            <a:avLst/>
          </a:prstGeom>
          <a:noFill/>
          <a:ln>
            <a:noFill/>
          </a:ln>
        </p:spPr>
        <p:txBody>
          <a:bodyPr anchorCtr="0" anchor="t" bIns="0" lIns="0" spcFirstLastPara="1" rIns="0" wrap="square" tIns="0">
            <a:spAutoFit/>
          </a:bodyPr>
          <a:lstStyle/>
          <a:p>
            <a:pPr indent="0" lvl="0" marL="5776" marR="0" rtl="0" algn="l">
              <a:lnSpc>
                <a:spcPct val="100000"/>
              </a:lnSpc>
              <a:spcBef>
                <a:spcPts val="0"/>
              </a:spcBef>
              <a:spcAft>
                <a:spcPts val="0"/>
              </a:spcAft>
              <a:buNone/>
            </a:pPr>
            <a:r>
              <a:rPr b="0" lang="en-US" sz="700">
                <a:solidFill>
                  <a:schemeClr val="dk1"/>
                </a:solidFill>
                <a:latin typeface="Calibri"/>
                <a:ea typeface="Calibri"/>
                <a:cs typeface="Calibri"/>
                <a:sym typeface="Calibri"/>
              </a:rPr>
              <a:t>Copyright © 2024 Tata Consultancy Services Limited</a:t>
            </a:r>
            <a:endParaRPr b="0" sz="700">
              <a:solidFill>
                <a:schemeClr val="dk1"/>
              </a:solidFill>
              <a:latin typeface="Calibri"/>
              <a:ea typeface="Calibri"/>
              <a:cs typeface="Calibri"/>
              <a:sym typeface="Calibri"/>
            </a:endParaRPr>
          </a:p>
        </p:txBody>
      </p:sp>
      <p:sp>
        <p:nvSpPr>
          <p:cNvPr id="112" name="Google Shape;112;p21"/>
          <p:cNvSpPr/>
          <p:nvPr/>
        </p:nvSpPr>
        <p:spPr>
          <a:xfrm>
            <a:off x="70640" y="100727"/>
            <a:ext cx="148437" cy="145788"/>
          </a:xfrm>
          <a:prstGeom prst="rect">
            <a:avLst/>
          </a:prstGeom>
          <a:solidFill>
            <a:srgbClr val="E411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cxnSp>
        <p:nvCxnSpPr>
          <p:cNvPr id="113" name="Google Shape;113;p21"/>
          <p:cNvCxnSpPr/>
          <p:nvPr/>
        </p:nvCxnSpPr>
        <p:spPr>
          <a:xfrm>
            <a:off x="91079" y="273502"/>
            <a:ext cx="107556" cy="0"/>
          </a:xfrm>
          <a:prstGeom prst="straightConnector1">
            <a:avLst/>
          </a:prstGeom>
          <a:noFill/>
          <a:ln cap="flat" cmpd="sng" w="9525">
            <a:solidFill>
              <a:srgbClr val="E41165"/>
            </a:solidFill>
            <a:prstDash val="solid"/>
            <a:miter lim="8000"/>
            <a:headEnd len="sm" w="sm" type="none"/>
            <a:tailEnd len="sm" w="sm" type="none"/>
          </a:ln>
        </p:spPr>
      </p:cxnSp>
      <p:sp>
        <p:nvSpPr>
          <p:cNvPr id="114" name="Google Shape;114;p21"/>
          <p:cNvSpPr txBox="1"/>
          <p:nvPr/>
        </p:nvSpPr>
        <p:spPr>
          <a:xfrm>
            <a:off x="70640" y="330802"/>
            <a:ext cx="148437" cy="1457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sz="1600">
              <a:solidFill>
                <a:schemeClr val="dk1"/>
              </a:solidFill>
              <a:latin typeface="Calibri"/>
              <a:ea typeface="Calibri"/>
              <a:cs typeface="Calibri"/>
              <a:sym typeface="Calibri"/>
            </a:endParaRPr>
          </a:p>
        </p:txBody>
      </p:sp>
      <p:sp>
        <p:nvSpPr>
          <p:cNvPr id="115" name="Google Shape;115;p21"/>
          <p:cNvSpPr/>
          <p:nvPr/>
        </p:nvSpPr>
        <p:spPr>
          <a:xfrm>
            <a:off x="37301" y="63763"/>
            <a:ext cx="215112" cy="3956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grpSp>
        <p:nvGrpSpPr>
          <p:cNvPr id="116" name="Google Shape;116;p21"/>
          <p:cNvGrpSpPr/>
          <p:nvPr/>
        </p:nvGrpSpPr>
        <p:grpSpPr>
          <a:xfrm>
            <a:off x="219079" y="120396"/>
            <a:ext cx="8647111" cy="504364"/>
            <a:chOff x="219077" y="132041"/>
            <a:chExt cx="8647111" cy="504364"/>
          </a:xfrm>
        </p:grpSpPr>
        <p:pic>
          <p:nvPicPr>
            <p:cNvPr id="117" name="Google Shape;117;p21"/>
            <p:cNvPicPr preferRelativeResize="0"/>
            <p:nvPr/>
          </p:nvPicPr>
          <p:blipFill rotWithShape="1">
            <a:blip r:embed="rId1">
              <a:alphaModFix/>
            </a:blip>
            <a:srcRect b="36534" l="0" r="0" t="36534"/>
            <a:stretch/>
          </p:blipFill>
          <p:spPr>
            <a:xfrm>
              <a:off x="219077" y="201151"/>
              <a:ext cx="1616067" cy="435254"/>
            </a:xfrm>
            <a:prstGeom prst="rect">
              <a:avLst/>
            </a:prstGeom>
            <a:noFill/>
            <a:ln>
              <a:noFill/>
            </a:ln>
          </p:spPr>
        </p:pic>
        <p:pic>
          <p:nvPicPr>
            <p:cNvPr descr="A white logo on a black background&#10;&#10;Description automatically generated" id="118" name="Google Shape;118;p21"/>
            <p:cNvPicPr preferRelativeResize="0"/>
            <p:nvPr/>
          </p:nvPicPr>
          <p:blipFill rotWithShape="1">
            <a:blip r:embed="rId2">
              <a:alphaModFix/>
            </a:blip>
            <a:srcRect b="24815" l="22000" r="21396" t="24814"/>
            <a:stretch/>
          </p:blipFill>
          <p:spPr>
            <a:xfrm>
              <a:off x="8322775" y="132041"/>
              <a:ext cx="543413" cy="483573"/>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63"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772">
          <p15:clr>
            <a:srgbClr val="F26B43"/>
          </p15:clr>
        </p15:guide>
        <p15:guide id="2" orient="horz" pos="2852">
          <p15:clr>
            <a:srgbClr val="F26B43"/>
          </p15:clr>
        </p15:guide>
        <p15:guide id="3" orient="horz" pos="360">
          <p15:clr>
            <a:srgbClr val="F26B43"/>
          </p15:clr>
        </p15:guide>
        <p15:guide id="4" pos="180">
          <p15:clr>
            <a:srgbClr val="F26B43"/>
          </p15:clr>
        </p15:guide>
        <p15:guide id="5" pos="5580">
          <p15:clr>
            <a:srgbClr val="F26B43"/>
          </p15:clr>
        </p15:guide>
        <p15:guide id="6" orient="horz" pos="1620">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20" name="Shape 120"/>
        <p:cNvGrpSpPr/>
        <p:nvPr/>
      </p:nvGrpSpPr>
      <p:grpSpPr>
        <a:xfrm>
          <a:off x="0" y="0"/>
          <a:ext cx="0" cy="0"/>
          <a:chOff x="0" y="0"/>
          <a:chExt cx="0" cy="0"/>
        </a:xfrm>
      </p:grpSpPr>
      <p:sp>
        <p:nvSpPr>
          <p:cNvPr id="121" name="Google Shape;121;p23"/>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100"/>
              <a:buFont typeface="Calibri"/>
              <a:buNone/>
              <a:defRPr b="0" i="0" sz="2100" u="none" cap="none" strike="noStrik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22" name="Google Shape;122;p23"/>
          <p:cNvSpPr txBox="1"/>
          <p:nvPr>
            <p:ph idx="1" type="body"/>
          </p:nvPr>
        </p:nvSpPr>
        <p:spPr>
          <a:xfrm>
            <a:off x="192992" y="851829"/>
            <a:ext cx="7886700" cy="3262312"/>
          </a:xfrm>
          <a:prstGeom prst="rect">
            <a:avLst/>
          </a:prstGeom>
          <a:noFill/>
          <a:ln>
            <a:noFill/>
          </a:ln>
        </p:spPr>
        <p:txBody>
          <a:bodyPr anchorCtr="0" anchor="t" bIns="45700" lIns="91425" spcFirstLastPara="1" rIns="91425" wrap="square" tIns="45700">
            <a:normAutofit/>
          </a:bodyPr>
          <a:lstStyle>
            <a:lvl1pPr indent="-330200" lvl="0" marL="457200" marR="0" rtl="0" algn="l">
              <a:lnSpc>
                <a:spcPct val="90000"/>
              </a:lnSpc>
              <a:spcBef>
                <a:spcPts val="1000"/>
              </a:spcBef>
              <a:spcAft>
                <a:spcPts val="0"/>
              </a:spcAft>
              <a:buClr>
                <a:srgbClr val="4E84C4"/>
              </a:buClr>
              <a:buSzPts val="1600"/>
              <a:buFont typeface="Arial"/>
              <a:buChar char="•"/>
              <a:defRPr b="0" i="0" sz="1600" u="none" cap="none" strike="noStrike">
                <a:solidFill>
                  <a:schemeClr val="lt1"/>
                </a:solidFill>
                <a:latin typeface="Calibri"/>
                <a:ea typeface="Calibri"/>
                <a:cs typeface="Calibri"/>
                <a:sym typeface="Calibri"/>
              </a:defRPr>
            </a:lvl1pPr>
            <a:lvl2pPr indent="-330200" lvl="1" marL="914400" marR="0" rtl="0" algn="l">
              <a:lnSpc>
                <a:spcPct val="90000"/>
              </a:lnSpc>
              <a:spcBef>
                <a:spcPts val="500"/>
              </a:spcBef>
              <a:spcAft>
                <a:spcPts val="0"/>
              </a:spcAft>
              <a:buClr>
                <a:srgbClr val="4E84C4"/>
              </a:buClr>
              <a:buSzPts val="1600"/>
              <a:buFont typeface="Noto Sans Symbols"/>
              <a:buChar char="−"/>
              <a:defRPr b="0" i="0" sz="1600" u="none" cap="none" strike="noStrike">
                <a:solidFill>
                  <a:schemeClr val="lt1"/>
                </a:solidFill>
                <a:latin typeface="Calibri"/>
                <a:ea typeface="Calibri"/>
                <a:cs typeface="Calibri"/>
                <a:sym typeface="Calibri"/>
              </a:defRPr>
            </a:lvl2pPr>
            <a:lvl3pPr indent="-330200" lvl="2" marL="1371600" marR="0" rtl="0" algn="l">
              <a:lnSpc>
                <a:spcPct val="90000"/>
              </a:lnSpc>
              <a:spcBef>
                <a:spcPts val="500"/>
              </a:spcBef>
              <a:spcAft>
                <a:spcPts val="0"/>
              </a:spcAft>
              <a:buClr>
                <a:srgbClr val="4E84C4"/>
              </a:buClr>
              <a:buSzPts val="1600"/>
              <a:buFont typeface="Arial"/>
              <a:buChar char="•"/>
              <a:defRPr b="0" i="0" sz="1600" u="none" cap="none" strike="noStrike">
                <a:solidFill>
                  <a:schemeClr val="lt1"/>
                </a:solidFill>
                <a:latin typeface="Calibri"/>
                <a:ea typeface="Calibri"/>
                <a:cs typeface="Calibri"/>
                <a:sym typeface="Calibri"/>
              </a:defRPr>
            </a:lvl3pPr>
            <a:lvl4pPr indent="-330200" lvl="3" marL="1828800" marR="0" rtl="0" algn="l">
              <a:lnSpc>
                <a:spcPct val="90000"/>
              </a:lnSpc>
              <a:spcBef>
                <a:spcPts val="500"/>
              </a:spcBef>
              <a:spcAft>
                <a:spcPts val="0"/>
              </a:spcAft>
              <a:buClr>
                <a:srgbClr val="4E84C4"/>
              </a:buClr>
              <a:buSzPts val="1600"/>
              <a:buFont typeface="Courier New"/>
              <a:buChar char="o"/>
              <a:defRPr b="0" i="0" sz="1600" u="none" cap="none" strike="noStrike">
                <a:solidFill>
                  <a:schemeClr val="lt1"/>
                </a:solidFill>
                <a:latin typeface="Calibri"/>
                <a:ea typeface="Calibri"/>
                <a:cs typeface="Calibri"/>
                <a:sym typeface="Calibri"/>
              </a:defRPr>
            </a:lvl4pPr>
            <a:lvl5pPr indent="-330200" lvl="4" marL="2286000" marR="0" rtl="0" algn="l">
              <a:lnSpc>
                <a:spcPct val="90000"/>
              </a:lnSpc>
              <a:spcBef>
                <a:spcPts val="500"/>
              </a:spcBef>
              <a:spcAft>
                <a:spcPts val="0"/>
              </a:spcAft>
              <a:buClr>
                <a:srgbClr val="4E84C4"/>
              </a:buClr>
              <a:buSzPts val="1600"/>
              <a:buFont typeface="Arial"/>
              <a:buChar char="•"/>
              <a:defRPr b="0" i="0" sz="1600" u="none" cap="none" strike="noStrike">
                <a:solidFill>
                  <a:schemeClr val="lt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3" name="Google Shape;123;p23"/>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lvl1pPr lvl="0" marR="0" rtl="0" algn="l">
              <a:spcBef>
                <a:spcPts val="0"/>
              </a:spcBef>
              <a:spcAft>
                <a:spcPts val="0"/>
              </a:spcAft>
              <a:buSzPts val="1400"/>
              <a:buNone/>
              <a:defRPr sz="700">
                <a:solidFill>
                  <a:schemeClr val="lt1"/>
                </a:solidFill>
                <a:latin typeface="Calibri"/>
                <a:ea typeface="Calibri"/>
                <a:cs typeface="Calibri"/>
                <a:sym typeface="Calibri"/>
              </a:defRPr>
            </a:lvl1pPr>
            <a:lvl2pPr lvl="1"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18" u="none" cap="none" strike="noStrike">
                <a:solidFill>
                  <a:schemeClr val="dk1"/>
                </a:solidFill>
                <a:latin typeface="Calibri"/>
                <a:ea typeface="Calibri"/>
                <a:cs typeface="Calibri"/>
                <a:sym typeface="Calibri"/>
              </a:defRPr>
            </a:lvl9pPr>
          </a:lstStyle>
          <a:p/>
        </p:txBody>
      </p:sp>
      <p:sp>
        <p:nvSpPr>
          <p:cNvPr id="124" name="Google Shape;124;p23"/>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lvl1pPr indent="0" lvl="0" marL="0" marR="0" rtl="0" algn="ctr">
              <a:spcBef>
                <a:spcPts val="0"/>
              </a:spcBef>
              <a:buNone/>
              <a:defRPr b="1" sz="700">
                <a:solidFill>
                  <a:srgbClr val="F2F2F2"/>
                </a:solidFill>
                <a:latin typeface="Calibri"/>
                <a:ea typeface="Calibri"/>
                <a:cs typeface="Calibri"/>
                <a:sym typeface="Calibri"/>
              </a:defRPr>
            </a:lvl1pPr>
            <a:lvl2pPr indent="0" lvl="1" marL="0" marR="0" rtl="0" algn="ctr">
              <a:spcBef>
                <a:spcPts val="0"/>
              </a:spcBef>
              <a:buNone/>
              <a:defRPr b="1" sz="700">
                <a:solidFill>
                  <a:srgbClr val="F2F2F2"/>
                </a:solidFill>
                <a:latin typeface="Calibri"/>
                <a:ea typeface="Calibri"/>
                <a:cs typeface="Calibri"/>
                <a:sym typeface="Calibri"/>
              </a:defRPr>
            </a:lvl2pPr>
            <a:lvl3pPr indent="0" lvl="2" marL="0" marR="0" rtl="0" algn="ctr">
              <a:spcBef>
                <a:spcPts val="0"/>
              </a:spcBef>
              <a:buNone/>
              <a:defRPr b="1" sz="700">
                <a:solidFill>
                  <a:srgbClr val="F2F2F2"/>
                </a:solidFill>
                <a:latin typeface="Calibri"/>
                <a:ea typeface="Calibri"/>
                <a:cs typeface="Calibri"/>
                <a:sym typeface="Calibri"/>
              </a:defRPr>
            </a:lvl3pPr>
            <a:lvl4pPr indent="0" lvl="3" marL="0" marR="0" rtl="0" algn="ctr">
              <a:spcBef>
                <a:spcPts val="0"/>
              </a:spcBef>
              <a:buNone/>
              <a:defRPr b="1" sz="700">
                <a:solidFill>
                  <a:srgbClr val="F2F2F2"/>
                </a:solidFill>
                <a:latin typeface="Calibri"/>
                <a:ea typeface="Calibri"/>
                <a:cs typeface="Calibri"/>
                <a:sym typeface="Calibri"/>
              </a:defRPr>
            </a:lvl4pPr>
            <a:lvl5pPr indent="0" lvl="4" marL="0" marR="0" rtl="0" algn="ctr">
              <a:spcBef>
                <a:spcPts val="0"/>
              </a:spcBef>
              <a:buNone/>
              <a:defRPr b="1" sz="700">
                <a:solidFill>
                  <a:srgbClr val="F2F2F2"/>
                </a:solidFill>
                <a:latin typeface="Calibri"/>
                <a:ea typeface="Calibri"/>
                <a:cs typeface="Calibri"/>
                <a:sym typeface="Calibri"/>
              </a:defRPr>
            </a:lvl5pPr>
            <a:lvl6pPr indent="0" lvl="5" marL="0" marR="0" rtl="0" algn="ctr">
              <a:spcBef>
                <a:spcPts val="0"/>
              </a:spcBef>
              <a:buNone/>
              <a:defRPr b="1" sz="700">
                <a:solidFill>
                  <a:srgbClr val="F2F2F2"/>
                </a:solidFill>
                <a:latin typeface="Calibri"/>
                <a:ea typeface="Calibri"/>
                <a:cs typeface="Calibri"/>
                <a:sym typeface="Calibri"/>
              </a:defRPr>
            </a:lvl6pPr>
            <a:lvl7pPr indent="0" lvl="6" marL="0" marR="0" rtl="0" algn="ctr">
              <a:spcBef>
                <a:spcPts val="0"/>
              </a:spcBef>
              <a:buNone/>
              <a:defRPr b="1" sz="700">
                <a:solidFill>
                  <a:srgbClr val="F2F2F2"/>
                </a:solidFill>
                <a:latin typeface="Calibri"/>
                <a:ea typeface="Calibri"/>
                <a:cs typeface="Calibri"/>
                <a:sym typeface="Calibri"/>
              </a:defRPr>
            </a:lvl7pPr>
            <a:lvl8pPr indent="0" lvl="7" marL="0" marR="0" rtl="0" algn="ctr">
              <a:spcBef>
                <a:spcPts val="0"/>
              </a:spcBef>
              <a:buNone/>
              <a:defRPr b="1" sz="700">
                <a:solidFill>
                  <a:srgbClr val="F2F2F2"/>
                </a:solidFill>
                <a:latin typeface="Calibri"/>
                <a:ea typeface="Calibri"/>
                <a:cs typeface="Calibri"/>
                <a:sym typeface="Calibri"/>
              </a:defRPr>
            </a:lvl8pPr>
            <a:lvl9pPr indent="0" lvl="8" marL="0" marR="0" rtl="0" algn="ctr">
              <a:spcBef>
                <a:spcPts val="0"/>
              </a:spcBef>
              <a:buNone/>
              <a:defRPr b="1" sz="700">
                <a:solidFill>
                  <a:srgbClr val="F2F2F2"/>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pic>
        <p:nvPicPr>
          <p:cNvPr id="125" name="Google Shape;125;p23"/>
          <p:cNvPicPr preferRelativeResize="0"/>
          <p:nvPr/>
        </p:nvPicPr>
        <p:blipFill rotWithShape="1">
          <a:blip r:embed="rId1">
            <a:alphaModFix/>
          </a:blip>
          <a:srcRect b="0" l="728" r="728" t="0"/>
          <a:stretch/>
        </p:blipFill>
        <p:spPr>
          <a:xfrm>
            <a:off x="8428379" y="4647630"/>
            <a:ext cx="435969" cy="387958"/>
          </a:xfrm>
          <a:prstGeom prst="rect">
            <a:avLst/>
          </a:prstGeom>
          <a:noFill/>
          <a:ln>
            <a:noFill/>
          </a:ln>
        </p:spPr>
      </p:pic>
      <p:pic>
        <p:nvPicPr>
          <p:cNvPr descr="A close-up of a sign&#10;&#10;Description automatically generated" id="126" name="Google Shape;126;p23"/>
          <p:cNvPicPr preferRelativeResize="0"/>
          <p:nvPr/>
        </p:nvPicPr>
        <p:blipFill rotWithShape="1">
          <a:blip r:embed="rId2">
            <a:alphaModFix/>
          </a:blip>
          <a:srcRect b="0" l="0" r="0" t="0"/>
          <a:stretch/>
        </p:blipFill>
        <p:spPr>
          <a:xfrm>
            <a:off x="285750" y="4733063"/>
            <a:ext cx="1266904" cy="302523"/>
          </a:xfrm>
          <a:prstGeom prst="rect">
            <a:avLst/>
          </a:prstGeom>
          <a:noFill/>
          <a:ln>
            <a:noFill/>
          </a:ln>
        </p:spPr>
      </p:pic>
      <p:cxnSp>
        <p:nvCxnSpPr>
          <p:cNvPr id="127" name="Google Shape;127;p23"/>
          <p:cNvCxnSpPr/>
          <p:nvPr/>
        </p:nvCxnSpPr>
        <p:spPr>
          <a:xfrm>
            <a:off x="4565002" y="4942596"/>
            <a:ext cx="0" cy="127170"/>
          </a:xfrm>
          <a:prstGeom prst="straightConnector1">
            <a:avLst/>
          </a:prstGeom>
          <a:noFill/>
          <a:ln cap="flat" cmpd="sng" w="12700">
            <a:solidFill>
              <a:srgbClr val="808285"/>
            </a:solidFill>
            <a:prstDash val="solid"/>
            <a:miter lim="8000"/>
            <a:headEnd len="sm" w="sm" type="none"/>
            <a:tailEnd len="sm" w="sm" type="none"/>
          </a:ln>
        </p:spPr>
      </p:cxnSp>
      <p:grpSp>
        <p:nvGrpSpPr>
          <p:cNvPr id="128" name="Google Shape;128;p23"/>
          <p:cNvGrpSpPr/>
          <p:nvPr/>
        </p:nvGrpSpPr>
        <p:grpSpPr>
          <a:xfrm>
            <a:off x="222334" y="4643165"/>
            <a:ext cx="8653640" cy="412511"/>
            <a:chOff x="254128" y="4647628"/>
            <a:chExt cx="8604122" cy="410150"/>
          </a:xfrm>
        </p:grpSpPr>
        <p:pic>
          <p:nvPicPr>
            <p:cNvPr id="129" name="Google Shape;129;p23"/>
            <p:cNvPicPr preferRelativeResize="0"/>
            <p:nvPr/>
          </p:nvPicPr>
          <p:blipFill rotWithShape="1">
            <a:blip r:embed="rId3">
              <a:alphaModFix/>
            </a:blip>
            <a:srcRect b="36534" l="0" r="0" t="36534"/>
            <a:stretch/>
          </p:blipFill>
          <p:spPr>
            <a:xfrm>
              <a:off x="254128" y="4708634"/>
              <a:ext cx="1296349" cy="349144"/>
            </a:xfrm>
            <a:prstGeom prst="rect">
              <a:avLst/>
            </a:prstGeom>
            <a:noFill/>
            <a:ln>
              <a:noFill/>
            </a:ln>
          </p:spPr>
        </p:pic>
        <p:pic>
          <p:nvPicPr>
            <p:cNvPr id="130" name="Google Shape;130;p23"/>
            <p:cNvPicPr preferRelativeResize="0"/>
            <p:nvPr/>
          </p:nvPicPr>
          <p:blipFill rotWithShape="1">
            <a:blip r:embed="rId4">
              <a:alphaModFix/>
            </a:blip>
            <a:srcRect b="0" l="728" r="728" t="0"/>
            <a:stretch/>
          </p:blipFill>
          <p:spPr>
            <a:xfrm>
              <a:off x="8422281" y="4647628"/>
              <a:ext cx="435969" cy="387958"/>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64" r:id="rId5"/>
    <p:sldLayoutId id="2147483665" r:id="rId6"/>
    <p:sldLayoutId id="2147483666" r:id="rId7"/>
    <p:sldLayoutId id="2147483667" r:id="rId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419">
          <p15:clr>
            <a:srgbClr val="F26B43"/>
          </p15:clr>
        </p15:guide>
        <p15:guide id="2" pos="172">
          <p15:clr>
            <a:srgbClr val="F26B43"/>
          </p15:clr>
        </p15:guide>
        <p15:guide id="3" pos="5573">
          <p15:clr>
            <a:srgbClr val="F26B43"/>
          </p15:clr>
        </p15:guide>
        <p15:guide id="4" orient="horz" pos="1720">
          <p15:clr>
            <a:srgbClr val="F26B43"/>
          </p15:clr>
        </p15:guide>
        <p15:guide id="5" orient="horz" pos="2916">
          <p15:clr>
            <a:srgbClr val="F26B43"/>
          </p15:clr>
        </p15:guide>
        <p15:guide id="6" orient="horz" pos="531">
          <p15:clr>
            <a:srgbClr val="F26B43"/>
          </p15:clr>
        </p15:guide>
        <p15:guide id="7" pos="2880">
          <p15:clr>
            <a:srgbClr val="F26B43"/>
          </p15:clr>
        </p15:guide>
      </p15:sldGuideLst>
    </p:ext>
  </p:extLst>
</p:sldMaster>
</file>

<file path=ppt/slideMasters/slideMaster8.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47" name="Shape 147"/>
        <p:cNvGrpSpPr/>
        <p:nvPr/>
      </p:nvGrpSpPr>
      <p:grpSpPr>
        <a:xfrm>
          <a:off x="0" y="0"/>
          <a:ext cx="0" cy="0"/>
          <a:chOff x="0" y="0"/>
          <a:chExt cx="0" cy="0"/>
        </a:xfrm>
      </p:grpSpPr>
      <p:sp>
        <p:nvSpPr>
          <p:cNvPr id="148" name="Google Shape;148;p28"/>
          <p:cNvSpPr txBox="1"/>
          <p:nvPr>
            <p:ph type="title"/>
          </p:nvPr>
        </p:nvSpPr>
        <p:spPr>
          <a:xfrm>
            <a:off x="281239" y="1276354"/>
            <a:ext cx="4042988" cy="381515"/>
          </a:xfrm>
          <a:prstGeom prst="rect">
            <a:avLst/>
          </a:prstGeom>
          <a:noFill/>
          <a:ln>
            <a:noFill/>
          </a:ln>
        </p:spPr>
        <p:txBody>
          <a:bodyPr anchorCtr="0" anchor="t" bIns="0" lIns="0" spcFirstLastPara="1" rIns="0" wrap="square" tIns="12050">
            <a:noAutofit/>
          </a:bodyPr>
          <a:lstStyle>
            <a:lvl1pPr lvl="0" marR="0" rtl="0" algn="l">
              <a:lnSpc>
                <a:spcPct val="100000"/>
              </a:lnSpc>
              <a:spcBef>
                <a:spcPts val="0"/>
              </a:spcBef>
              <a:spcAft>
                <a:spcPts val="0"/>
              </a:spcAft>
              <a:buClr>
                <a:srgbClr val="F4F3F9"/>
              </a:buClr>
              <a:buSzPts val="2400"/>
              <a:buFont typeface="Calibri"/>
              <a:buNone/>
              <a:defRPr b="0" i="0" sz="2400" u="none" cap="none" strike="noStrike">
                <a:solidFill>
                  <a:srgbClr val="F4F3F9"/>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49" name="Google Shape;149;p28"/>
          <p:cNvSpPr txBox="1"/>
          <p:nvPr>
            <p:ph idx="1" type="body"/>
          </p:nvPr>
        </p:nvSpPr>
        <p:spPr>
          <a:xfrm>
            <a:off x="287191" y="2136844"/>
            <a:ext cx="4042988" cy="263534"/>
          </a:xfrm>
          <a:prstGeom prst="rect">
            <a:avLst/>
          </a:prstGeom>
          <a:noFill/>
          <a:ln>
            <a:noFill/>
          </a:ln>
        </p:spPr>
        <p:txBody>
          <a:bodyPr anchorCtr="0" anchor="t" bIns="0" lIns="0" spcFirstLastPara="1" rIns="0" wrap="square" tIns="17125">
            <a:spAutoFit/>
          </a:bodyPr>
          <a:lstStyle>
            <a:lvl1pPr indent="-228600" lvl="0" marL="457200" marR="0" rtl="0" algn="l">
              <a:lnSpc>
                <a:spcPct val="100000"/>
              </a:lnSpc>
              <a:spcBef>
                <a:spcPts val="0"/>
              </a:spcBef>
              <a:spcAft>
                <a:spcPts val="0"/>
              </a:spcAft>
              <a:buClr>
                <a:srgbClr val="4E84C4"/>
              </a:buClr>
              <a:buSzPts val="1600"/>
              <a:buFont typeface="Arial"/>
              <a:buNone/>
              <a:defRPr b="0" i="0" sz="1600" u="none" cap="none" strike="noStrike">
                <a:solidFill>
                  <a:srgbClr val="4E84C4"/>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0" name="Google Shape;150;p28"/>
          <p:cNvSpPr/>
          <p:nvPr/>
        </p:nvSpPr>
        <p:spPr>
          <a:xfrm>
            <a:off x="70640" y="100727"/>
            <a:ext cx="148437" cy="145788"/>
          </a:xfrm>
          <a:prstGeom prst="rect">
            <a:avLst/>
          </a:prstGeom>
          <a:solidFill>
            <a:srgbClr val="E411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cxnSp>
        <p:nvCxnSpPr>
          <p:cNvPr id="151" name="Google Shape;151;p28"/>
          <p:cNvCxnSpPr/>
          <p:nvPr/>
        </p:nvCxnSpPr>
        <p:spPr>
          <a:xfrm>
            <a:off x="91079" y="273502"/>
            <a:ext cx="107556" cy="0"/>
          </a:xfrm>
          <a:prstGeom prst="straightConnector1">
            <a:avLst/>
          </a:prstGeom>
          <a:noFill/>
          <a:ln cap="flat" cmpd="sng" w="9525">
            <a:solidFill>
              <a:srgbClr val="E41165"/>
            </a:solidFill>
            <a:prstDash val="solid"/>
            <a:miter lim="8000"/>
            <a:headEnd len="sm" w="sm" type="none"/>
            <a:tailEnd len="sm" w="sm" type="none"/>
          </a:ln>
        </p:spPr>
      </p:cxnSp>
      <p:sp>
        <p:nvSpPr>
          <p:cNvPr id="152" name="Google Shape;152;p28"/>
          <p:cNvSpPr txBox="1"/>
          <p:nvPr/>
        </p:nvSpPr>
        <p:spPr>
          <a:xfrm>
            <a:off x="70640" y="330802"/>
            <a:ext cx="148437" cy="1457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sz="1600">
              <a:solidFill>
                <a:schemeClr val="dk1"/>
              </a:solidFill>
              <a:latin typeface="Calibri"/>
              <a:ea typeface="Calibri"/>
              <a:cs typeface="Calibri"/>
              <a:sym typeface="Calibri"/>
            </a:endParaRPr>
          </a:p>
        </p:txBody>
      </p:sp>
      <p:sp>
        <p:nvSpPr>
          <p:cNvPr id="153" name="Google Shape;153;p28"/>
          <p:cNvSpPr/>
          <p:nvPr/>
        </p:nvSpPr>
        <p:spPr>
          <a:xfrm>
            <a:off x="37301" y="63763"/>
            <a:ext cx="215112" cy="395666"/>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grpSp>
        <p:nvGrpSpPr>
          <p:cNvPr id="154" name="Google Shape;154;p28"/>
          <p:cNvGrpSpPr/>
          <p:nvPr/>
        </p:nvGrpSpPr>
        <p:grpSpPr>
          <a:xfrm>
            <a:off x="219079" y="120396"/>
            <a:ext cx="8647111" cy="504364"/>
            <a:chOff x="219077" y="100726"/>
            <a:chExt cx="8647111" cy="504364"/>
          </a:xfrm>
        </p:grpSpPr>
        <p:pic>
          <p:nvPicPr>
            <p:cNvPr id="155" name="Google Shape;155;p28"/>
            <p:cNvPicPr preferRelativeResize="0"/>
            <p:nvPr/>
          </p:nvPicPr>
          <p:blipFill rotWithShape="1">
            <a:blip r:embed="rId1">
              <a:alphaModFix/>
            </a:blip>
            <a:srcRect b="36534" l="0" r="0" t="36534"/>
            <a:stretch/>
          </p:blipFill>
          <p:spPr>
            <a:xfrm>
              <a:off x="219077" y="169836"/>
              <a:ext cx="1616067" cy="435254"/>
            </a:xfrm>
            <a:prstGeom prst="rect">
              <a:avLst/>
            </a:prstGeom>
            <a:noFill/>
            <a:ln>
              <a:noFill/>
            </a:ln>
          </p:spPr>
        </p:pic>
        <p:pic>
          <p:nvPicPr>
            <p:cNvPr descr="A white logo on a black background&#10;&#10;Description automatically generated" id="156" name="Google Shape;156;p28"/>
            <p:cNvPicPr preferRelativeResize="0"/>
            <p:nvPr/>
          </p:nvPicPr>
          <p:blipFill rotWithShape="1">
            <a:blip r:embed="rId2">
              <a:alphaModFix/>
            </a:blip>
            <a:srcRect b="24815" l="22000" r="21396" t="24814"/>
            <a:stretch/>
          </p:blipFill>
          <p:spPr>
            <a:xfrm>
              <a:off x="8322775" y="100726"/>
              <a:ext cx="543413" cy="483573"/>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68"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772">
          <p15:clr>
            <a:srgbClr val="F26B43"/>
          </p15:clr>
        </p15:guide>
        <p15:guide id="2" orient="horz" pos="2852">
          <p15:clr>
            <a:srgbClr val="F26B43"/>
          </p15:clr>
        </p15:guide>
        <p15:guide id="3" orient="horz" pos="360">
          <p15:clr>
            <a:srgbClr val="F26B43"/>
          </p15:clr>
        </p15:guide>
        <p15:guide id="4" orient="horz" pos="846">
          <p15:clr>
            <a:srgbClr val="F26B43"/>
          </p15:clr>
        </p15:guide>
        <p15:guide id="5" pos="180">
          <p15:clr>
            <a:srgbClr val="F26B43"/>
          </p15:clr>
        </p15:guide>
        <p15:guide id="6" pos="5580">
          <p15:clr>
            <a:srgbClr val="F26B43"/>
          </p15:clr>
        </p15:guide>
      </p15:sldGuideLst>
    </p:ext>
  </p:extLst>
</p:sldMaster>
</file>

<file path=ppt/slideMasters/slideMaster9.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62" name="Shape 162"/>
        <p:cNvGrpSpPr/>
        <p:nvPr/>
      </p:nvGrpSpPr>
      <p:grpSpPr>
        <a:xfrm>
          <a:off x="0" y="0"/>
          <a:ext cx="0" cy="0"/>
          <a:chOff x="0" y="0"/>
          <a:chExt cx="0" cy="0"/>
        </a:xfrm>
      </p:grpSpPr>
      <p:sp>
        <p:nvSpPr>
          <p:cNvPr id="163" name="Google Shape;163;p30"/>
          <p:cNvSpPr txBox="1"/>
          <p:nvPr>
            <p:ph type="title"/>
          </p:nvPr>
        </p:nvSpPr>
        <p:spPr>
          <a:xfrm>
            <a:off x="281239" y="1276354"/>
            <a:ext cx="4042988" cy="381515"/>
          </a:xfrm>
          <a:prstGeom prst="rect">
            <a:avLst/>
          </a:prstGeom>
          <a:noFill/>
          <a:ln>
            <a:noFill/>
          </a:ln>
        </p:spPr>
        <p:txBody>
          <a:bodyPr anchorCtr="0" anchor="t" bIns="0" lIns="0" spcFirstLastPara="1" rIns="0" wrap="square" tIns="12050">
            <a:noAutofit/>
          </a:bodyPr>
          <a:lstStyle>
            <a:lvl1pPr lvl="0" marR="0" rtl="0" algn="l">
              <a:lnSpc>
                <a:spcPct val="100000"/>
              </a:lnSpc>
              <a:spcBef>
                <a:spcPts val="0"/>
              </a:spcBef>
              <a:spcAft>
                <a:spcPts val="0"/>
              </a:spcAft>
              <a:buClr>
                <a:srgbClr val="F4F3F9"/>
              </a:buClr>
              <a:buSzPts val="2400"/>
              <a:buFont typeface="Calibri"/>
              <a:buNone/>
              <a:defRPr b="0" i="0" sz="2400" u="none" cap="none" strike="noStrike">
                <a:solidFill>
                  <a:srgbClr val="F4F3F9"/>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4" name="Google Shape;164;p30"/>
          <p:cNvSpPr txBox="1"/>
          <p:nvPr>
            <p:ph idx="1" type="body"/>
          </p:nvPr>
        </p:nvSpPr>
        <p:spPr>
          <a:xfrm>
            <a:off x="287191" y="2136844"/>
            <a:ext cx="4042988" cy="263534"/>
          </a:xfrm>
          <a:prstGeom prst="rect">
            <a:avLst/>
          </a:prstGeom>
          <a:noFill/>
          <a:ln>
            <a:noFill/>
          </a:ln>
        </p:spPr>
        <p:txBody>
          <a:bodyPr anchorCtr="0" anchor="t" bIns="0" lIns="0" spcFirstLastPara="1" rIns="0" wrap="square" tIns="17125">
            <a:spAutoFit/>
          </a:bodyPr>
          <a:lstStyle>
            <a:lvl1pPr indent="-228600" lvl="0" marL="457200" marR="0" rtl="0" algn="l">
              <a:lnSpc>
                <a:spcPct val="100000"/>
              </a:lnSpc>
              <a:spcBef>
                <a:spcPts val="0"/>
              </a:spcBef>
              <a:spcAft>
                <a:spcPts val="0"/>
              </a:spcAft>
              <a:buClr>
                <a:srgbClr val="4E84C4"/>
              </a:buClr>
              <a:buSzPts val="1600"/>
              <a:buFont typeface="Arial"/>
              <a:buNone/>
              <a:defRPr b="0" i="0" sz="1600" u="none" cap="none" strike="noStrike">
                <a:solidFill>
                  <a:srgbClr val="4E84C4"/>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lt1"/>
              </a:buClr>
              <a:buSzPts val="2400"/>
              <a:buFont typeface="Arial"/>
              <a:buChar char="•"/>
              <a:defRPr b="0" i="0" sz="2400" u="none" cap="none" strike="noStrike">
                <a:solidFill>
                  <a:schemeClr val="lt1"/>
                </a:solidFill>
                <a:latin typeface="Arial"/>
                <a:ea typeface="Arial"/>
                <a:cs typeface="Arial"/>
                <a:sym typeface="Arial"/>
              </a:defRPr>
            </a:lvl2pPr>
            <a:lvl3pPr indent="-355600" lvl="2" marL="1371600" marR="0" rtl="0" algn="l">
              <a:lnSpc>
                <a:spcPct val="90000"/>
              </a:lnSpc>
              <a:spcBef>
                <a:spcPts val="500"/>
              </a:spcBef>
              <a:spcAft>
                <a:spcPts val="0"/>
              </a:spcAft>
              <a:buClr>
                <a:schemeClr val="lt1"/>
              </a:buClr>
              <a:buSzPts val="2000"/>
              <a:buFont typeface="Arial"/>
              <a:buChar char="•"/>
              <a:defRPr b="0" i="0" sz="2000" u="none" cap="none" strike="noStrike">
                <a:solidFill>
                  <a:schemeClr val="lt1"/>
                </a:solidFill>
                <a:latin typeface="Arial"/>
                <a:ea typeface="Arial"/>
                <a:cs typeface="Arial"/>
                <a:sym typeface="Arial"/>
              </a:defRPr>
            </a:lvl3pPr>
            <a:lvl4pPr indent="-342900" lvl="3" marL="18288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4pPr>
            <a:lvl5pPr indent="-342900" lvl="4" marL="22860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65" name="Google Shape;165;p30"/>
          <p:cNvSpPr/>
          <p:nvPr/>
        </p:nvSpPr>
        <p:spPr>
          <a:xfrm>
            <a:off x="70640" y="100727"/>
            <a:ext cx="148437" cy="145788"/>
          </a:xfrm>
          <a:prstGeom prst="rect">
            <a:avLst/>
          </a:prstGeom>
          <a:solidFill>
            <a:srgbClr val="E411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Arial"/>
              <a:ea typeface="Arial"/>
              <a:cs typeface="Arial"/>
              <a:sym typeface="Arial"/>
            </a:endParaRPr>
          </a:p>
        </p:txBody>
      </p:sp>
      <p:cxnSp>
        <p:nvCxnSpPr>
          <p:cNvPr id="166" name="Google Shape;166;p30"/>
          <p:cNvCxnSpPr/>
          <p:nvPr/>
        </p:nvCxnSpPr>
        <p:spPr>
          <a:xfrm>
            <a:off x="91079" y="273502"/>
            <a:ext cx="107556" cy="0"/>
          </a:xfrm>
          <a:prstGeom prst="straightConnector1">
            <a:avLst/>
          </a:prstGeom>
          <a:noFill/>
          <a:ln cap="flat" cmpd="sng" w="12700">
            <a:solidFill>
              <a:srgbClr val="E41165"/>
            </a:solidFill>
            <a:prstDash val="solid"/>
            <a:miter lim="8000"/>
            <a:headEnd len="sm" w="sm" type="none"/>
            <a:tailEnd len="sm" w="sm" type="none"/>
          </a:ln>
        </p:spPr>
      </p:cxnSp>
      <p:sp>
        <p:nvSpPr>
          <p:cNvPr id="167" name="Google Shape;167;p30"/>
          <p:cNvSpPr txBox="1"/>
          <p:nvPr/>
        </p:nvSpPr>
        <p:spPr>
          <a:xfrm>
            <a:off x="70640" y="330802"/>
            <a:ext cx="148437" cy="1457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sz="1600">
              <a:solidFill>
                <a:schemeClr val="dk1"/>
              </a:solidFill>
              <a:latin typeface="Arial"/>
              <a:ea typeface="Arial"/>
              <a:cs typeface="Arial"/>
              <a:sym typeface="Arial"/>
            </a:endParaRPr>
          </a:p>
        </p:txBody>
      </p:sp>
      <p:sp>
        <p:nvSpPr>
          <p:cNvPr id="168" name="Google Shape;168;p30"/>
          <p:cNvSpPr/>
          <p:nvPr/>
        </p:nvSpPr>
        <p:spPr>
          <a:xfrm>
            <a:off x="37301" y="63763"/>
            <a:ext cx="215112" cy="395666"/>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Arial"/>
              <a:ea typeface="Arial"/>
              <a:cs typeface="Arial"/>
              <a:sym typeface="Arial"/>
            </a:endParaRPr>
          </a:p>
        </p:txBody>
      </p:sp>
      <p:grpSp>
        <p:nvGrpSpPr>
          <p:cNvPr id="169" name="Google Shape;169;p30"/>
          <p:cNvGrpSpPr/>
          <p:nvPr/>
        </p:nvGrpSpPr>
        <p:grpSpPr>
          <a:xfrm>
            <a:off x="219079" y="120396"/>
            <a:ext cx="8647111" cy="504364"/>
            <a:chOff x="219077" y="100726"/>
            <a:chExt cx="8647111" cy="504364"/>
          </a:xfrm>
        </p:grpSpPr>
        <p:pic>
          <p:nvPicPr>
            <p:cNvPr id="170" name="Google Shape;170;p30"/>
            <p:cNvPicPr preferRelativeResize="0"/>
            <p:nvPr/>
          </p:nvPicPr>
          <p:blipFill rotWithShape="1">
            <a:blip r:embed="rId1">
              <a:alphaModFix/>
            </a:blip>
            <a:srcRect b="36534" l="0" r="0" t="36534"/>
            <a:stretch/>
          </p:blipFill>
          <p:spPr>
            <a:xfrm>
              <a:off x="219077" y="169836"/>
              <a:ext cx="1616067" cy="435254"/>
            </a:xfrm>
            <a:prstGeom prst="rect">
              <a:avLst/>
            </a:prstGeom>
            <a:noFill/>
            <a:ln>
              <a:noFill/>
            </a:ln>
          </p:spPr>
        </p:pic>
        <p:pic>
          <p:nvPicPr>
            <p:cNvPr descr="A white logo on a black background&#10;&#10;Description automatically generated" id="171" name="Google Shape;171;p30"/>
            <p:cNvPicPr preferRelativeResize="0"/>
            <p:nvPr/>
          </p:nvPicPr>
          <p:blipFill rotWithShape="1">
            <a:blip r:embed="rId2">
              <a:alphaModFix/>
            </a:blip>
            <a:srcRect b="24815" l="22000" r="21396" t="24814"/>
            <a:stretch/>
          </p:blipFill>
          <p:spPr>
            <a:xfrm>
              <a:off x="8322775" y="100726"/>
              <a:ext cx="543413" cy="483573"/>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69"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772">
          <p15:clr>
            <a:srgbClr val="F26B43"/>
          </p15:clr>
        </p15:guide>
        <p15:guide id="2" orient="horz" pos="2852">
          <p15:clr>
            <a:srgbClr val="F26B43"/>
          </p15:clr>
        </p15:guide>
        <p15:guide id="3" orient="horz" pos="360">
          <p15:clr>
            <a:srgbClr val="F26B43"/>
          </p15:clr>
        </p15:guide>
        <p15:guide id="4" orient="horz" pos="846">
          <p15:clr>
            <a:srgbClr val="F26B43"/>
          </p15:clr>
        </p15:guide>
        <p15:guide id="5" pos="180">
          <p15:clr>
            <a:srgbClr val="F26B43"/>
          </p15:clr>
        </p15:guide>
        <p15:guide id="6" pos="5580">
          <p15:clr>
            <a:srgbClr val="F26B43"/>
          </p15:clr>
        </p15:guide>
      </p15:sldGuideLst>
    </p:ext>
  </p:extLst>
</p:sldMaster>
</file>

<file path=ppt/slideMasters/slideMaster10.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6" name="Shape 176"/>
        <p:cNvGrpSpPr/>
        <p:nvPr/>
      </p:nvGrpSpPr>
      <p:grpSpPr>
        <a:xfrm>
          <a:off x="0" y="0"/>
          <a:ext cx="0" cy="0"/>
          <a:chOff x="0" y="0"/>
          <a:chExt cx="0" cy="0"/>
        </a:xfrm>
      </p:grpSpPr>
      <p:sp>
        <p:nvSpPr>
          <p:cNvPr id="177" name="Google Shape;177;p32"/>
          <p:cNvSpPr txBox="1"/>
          <p:nvPr>
            <p:ph type="title"/>
          </p:nvPr>
        </p:nvSpPr>
        <p:spPr>
          <a:xfrm>
            <a:off x="294001" y="1276354"/>
            <a:ext cx="4042988" cy="381515"/>
          </a:xfrm>
          <a:prstGeom prst="rect">
            <a:avLst/>
          </a:prstGeom>
          <a:noFill/>
          <a:ln>
            <a:noFill/>
          </a:ln>
        </p:spPr>
        <p:txBody>
          <a:bodyPr anchorCtr="0" anchor="t" bIns="0" lIns="0" spcFirstLastPara="1" rIns="0" wrap="square" tIns="12050">
            <a:noAutofit/>
          </a:bodyPr>
          <a:lstStyle>
            <a:lvl1pPr lvl="0" marR="0" rtl="0" algn="l">
              <a:lnSpc>
                <a:spcPct val="100000"/>
              </a:lnSpc>
              <a:spcBef>
                <a:spcPts val="0"/>
              </a:spcBef>
              <a:spcAft>
                <a:spcPts val="0"/>
              </a:spcAft>
              <a:buClr>
                <a:schemeClr val="dk1"/>
              </a:buClr>
              <a:buSzPts val="2400"/>
              <a:buFont typeface="Calibri"/>
              <a:buNone/>
              <a:defRPr b="0" i="0" sz="2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78" name="Google Shape;178;p32"/>
          <p:cNvSpPr txBox="1"/>
          <p:nvPr>
            <p:ph idx="1" type="body"/>
          </p:nvPr>
        </p:nvSpPr>
        <p:spPr>
          <a:xfrm>
            <a:off x="294001" y="2136844"/>
            <a:ext cx="4042988" cy="263534"/>
          </a:xfrm>
          <a:prstGeom prst="rect">
            <a:avLst/>
          </a:prstGeom>
          <a:noFill/>
          <a:ln>
            <a:noFill/>
          </a:ln>
        </p:spPr>
        <p:txBody>
          <a:bodyPr anchorCtr="0" anchor="t" bIns="0" lIns="0" spcFirstLastPara="1" rIns="0" wrap="square" tIns="17125">
            <a:spAutoFit/>
          </a:bodyPr>
          <a:lstStyle>
            <a:lvl1pPr indent="-228600" lvl="0" marL="457200" marR="0" rtl="0" algn="l">
              <a:lnSpc>
                <a:spcPct val="100000"/>
              </a:lnSpc>
              <a:spcBef>
                <a:spcPts val="0"/>
              </a:spcBef>
              <a:spcAft>
                <a:spcPts val="0"/>
              </a:spcAft>
              <a:buClr>
                <a:srgbClr val="4E84C4"/>
              </a:buClr>
              <a:buSzPts val="1600"/>
              <a:buFont typeface="Arial"/>
              <a:buNone/>
              <a:defRPr b="0" i="0" sz="1600" u="none" cap="none" strike="noStrike">
                <a:solidFill>
                  <a:srgbClr val="4E84C4"/>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9" name="Google Shape;179;p32"/>
          <p:cNvSpPr/>
          <p:nvPr/>
        </p:nvSpPr>
        <p:spPr>
          <a:xfrm>
            <a:off x="70640" y="100727"/>
            <a:ext cx="148437" cy="145788"/>
          </a:xfrm>
          <a:prstGeom prst="rect">
            <a:avLst/>
          </a:prstGeom>
          <a:solidFill>
            <a:srgbClr val="E411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cxnSp>
        <p:nvCxnSpPr>
          <p:cNvPr id="180" name="Google Shape;180;p32"/>
          <p:cNvCxnSpPr/>
          <p:nvPr/>
        </p:nvCxnSpPr>
        <p:spPr>
          <a:xfrm>
            <a:off x="91079" y="273502"/>
            <a:ext cx="107556" cy="0"/>
          </a:xfrm>
          <a:prstGeom prst="straightConnector1">
            <a:avLst/>
          </a:prstGeom>
          <a:noFill/>
          <a:ln cap="flat" cmpd="sng" w="9525">
            <a:solidFill>
              <a:srgbClr val="E41165"/>
            </a:solidFill>
            <a:prstDash val="solid"/>
            <a:miter lim="8000"/>
            <a:headEnd len="sm" w="sm" type="none"/>
            <a:tailEnd len="sm" w="sm" type="none"/>
          </a:ln>
        </p:spPr>
      </p:cxnSp>
      <p:sp>
        <p:nvSpPr>
          <p:cNvPr id="181" name="Google Shape;181;p32"/>
          <p:cNvSpPr txBox="1"/>
          <p:nvPr/>
        </p:nvSpPr>
        <p:spPr>
          <a:xfrm>
            <a:off x="70640" y="330802"/>
            <a:ext cx="148437" cy="1457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sz="1600">
              <a:solidFill>
                <a:schemeClr val="dk1"/>
              </a:solidFill>
              <a:latin typeface="Calibri"/>
              <a:ea typeface="Calibri"/>
              <a:cs typeface="Calibri"/>
              <a:sym typeface="Calibri"/>
            </a:endParaRPr>
          </a:p>
        </p:txBody>
      </p:sp>
      <p:sp>
        <p:nvSpPr>
          <p:cNvPr id="182" name="Google Shape;182;p32"/>
          <p:cNvSpPr/>
          <p:nvPr/>
        </p:nvSpPr>
        <p:spPr>
          <a:xfrm>
            <a:off x="37301" y="63763"/>
            <a:ext cx="215112" cy="3956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grpSp>
        <p:nvGrpSpPr>
          <p:cNvPr id="183" name="Google Shape;183;p32"/>
          <p:cNvGrpSpPr/>
          <p:nvPr/>
        </p:nvGrpSpPr>
        <p:grpSpPr>
          <a:xfrm>
            <a:off x="219079" y="120396"/>
            <a:ext cx="8647111" cy="504364"/>
            <a:chOff x="219077" y="132041"/>
            <a:chExt cx="8647111" cy="504364"/>
          </a:xfrm>
        </p:grpSpPr>
        <p:pic>
          <p:nvPicPr>
            <p:cNvPr id="184" name="Google Shape;184;p32"/>
            <p:cNvPicPr preferRelativeResize="0"/>
            <p:nvPr/>
          </p:nvPicPr>
          <p:blipFill rotWithShape="1">
            <a:blip r:embed="rId1">
              <a:alphaModFix/>
            </a:blip>
            <a:srcRect b="36534" l="0" r="0" t="36534"/>
            <a:stretch/>
          </p:blipFill>
          <p:spPr>
            <a:xfrm>
              <a:off x="219077" y="201151"/>
              <a:ext cx="1616067" cy="435254"/>
            </a:xfrm>
            <a:prstGeom prst="rect">
              <a:avLst/>
            </a:prstGeom>
            <a:noFill/>
            <a:ln>
              <a:noFill/>
            </a:ln>
          </p:spPr>
        </p:pic>
        <p:pic>
          <p:nvPicPr>
            <p:cNvPr descr="A white logo on a black background&#10;&#10;Description automatically generated" id="185" name="Google Shape;185;p32"/>
            <p:cNvPicPr preferRelativeResize="0"/>
            <p:nvPr/>
          </p:nvPicPr>
          <p:blipFill rotWithShape="1">
            <a:blip r:embed="rId2">
              <a:alphaModFix/>
            </a:blip>
            <a:srcRect b="24815" l="22000" r="21396" t="24814"/>
            <a:stretch/>
          </p:blipFill>
          <p:spPr>
            <a:xfrm>
              <a:off x="8322775" y="132041"/>
              <a:ext cx="543413" cy="483573"/>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7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772">
          <p15:clr>
            <a:srgbClr val="F26B43"/>
          </p15:clr>
        </p15:guide>
        <p15:guide id="2" orient="horz" pos="2852">
          <p15:clr>
            <a:srgbClr val="F26B43"/>
          </p15:clr>
        </p15:guide>
        <p15:guide id="3" orient="horz" pos="360">
          <p15:clr>
            <a:srgbClr val="F26B43"/>
          </p15:clr>
        </p15:guide>
        <p15:guide id="4" orient="horz" pos="846">
          <p15:clr>
            <a:srgbClr val="F26B43"/>
          </p15:clr>
        </p15:guide>
        <p15:guide id="5" pos="180">
          <p15:clr>
            <a:srgbClr val="F26B43"/>
          </p15:clr>
        </p15:guide>
        <p15:guide id="6" pos="5580">
          <p15:clr>
            <a:srgbClr val="F26B43"/>
          </p15:clr>
        </p15:guide>
      </p15:sldGuideLst>
    </p:ext>
  </p:extLst>
</p:sldMaster>
</file>

<file path=ppt/slideMasters/slideMaster1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0" name="Shape 190"/>
        <p:cNvGrpSpPr/>
        <p:nvPr/>
      </p:nvGrpSpPr>
      <p:grpSpPr>
        <a:xfrm>
          <a:off x="0" y="0"/>
          <a:ext cx="0" cy="0"/>
          <a:chOff x="0" y="0"/>
          <a:chExt cx="0" cy="0"/>
        </a:xfrm>
      </p:grpSpPr>
      <p:sp>
        <p:nvSpPr>
          <p:cNvPr id="191" name="Google Shape;191;p34"/>
          <p:cNvSpPr txBox="1"/>
          <p:nvPr>
            <p:ph type="title"/>
          </p:nvPr>
        </p:nvSpPr>
        <p:spPr>
          <a:xfrm>
            <a:off x="277814" y="2227764"/>
            <a:ext cx="2650475" cy="686150"/>
          </a:xfrm>
          <a:prstGeom prst="rect">
            <a:avLst/>
          </a:prstGeom>
          <a:noFill/>
          <a:ln>
            <a:noFill/>
          </a:ln>
        </p:spPr>
        <p:txBody>
          <a:bodyPr anchorCtr="0" anchor="ctr" bIns="0" lIns="0" spcFirstLastPara="1" rIns="0" wrap="square" tIns="12050">
            <a:spAutoFit/>
          </a:bodyPr>
          <a:lstStyle>
            <a:lvl1pPr lvl="0" marR="0" rtl="0" algn="l">
              <a:lnSpc>
                <a:spcPct val="100000"/>
              </a:lnSpc>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92" name="Google Shape;192;p34"/>
          <p:cNvSpPr/>
          <p:nvPr/>
        </p:nvSpPr>
        <p:spPr>
          <a:xfrm>
            <a:off x="70640" y="100727"/>
            <a:ext cx="148437" cy="145788"/>
          </a:xfrm>
          <a:prstGeom prst="rect">
            <a:avLst/>
          </a:prstGeom>
          <a:solidFill>
            <a:srgbClr val="E4116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cxnSp>
        <p:nvCxnSpPr>
          <p:cNvPr id="193" name="Google Shape;193;p34"/>
          <p:cNvCxnSpPr/>
          <p:nvPr/>
        </p:nvCxnSpPr>
        <p:spPr>
          <a:xfrm>
            <a:off x="91079" y="273502"/>
            <a:ext cx="107556" cy="0"/>
          </a:xfrm>
          <a:prstGeom prst="straightConnector1">
            <a:avLst/>
          </a:prstGeom>
          <a:noFill/>
          <a:ln cap="flat" cmpd="sng" w="9525">
            <a:solidFill>
              <a:srgbClr val="E41165"/>
            </a:solidFill>
            <a:prstDash val="solid"/>
            <a:miter lim="8000"/>
            <a:headEnd len="sm" w="sm" type="none"/>
            <a:tailEnd len="sm" w="sm" type="none"/>
          </a:ln>
        </p:spPr>
      </p:cxnSp>
      <p:sp>
        <p:nvSpPr>
          <p:cNvPr id="194" name="Google Shape;194;p34"/>
          <p:cNvSpPr txBox="1"/>
          <p:nvPr/>
        </p:nvSpPr>
        <p:spPr>
          <a:xfrm>
            <a:off x="70640" y="330802"/>
            <a:ext cx="148437" cy="1457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sz="1600">
              <a:solidFill>
                <a:schemeClr val="dk1"/>
              </a:solidFill>
              <a:latin typeface="Calibri"/>
              <a:ea typeface="Calibri"/>
              <a:cs typeface="Calibri"/>
              <a:sym typeface="Calibri"/>
            </a:endParaRPr>
          </a:p>
        </p:txBody>
      </p:sp>
      <p:sp>
        <p:nvSpPr>
          <p:cNvPr id="195" name="Google Shape;195;p34"/>
          <p:cNvSpPr/>
          <p:nvPr/>
        </p:nvSpPr>
        <p:spPr>
          <a:xfrm>
            <a:off x="37301" y="63763"/>
            <a:ext cx="215112" cy="3956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grpSp>
        <p:nvGrpSpPr>
          <p:cNvPr id="196" name="Google Shape;196;p34"/>
          <p:cNvGrpSpPr/>
          <p:nvPr/>
        </p:nvGrpSpPr>
        <p:grpSpPr>
          <a:xfrm>
            <a:off x="219079" y="120396"/>
            <a:ext cx="8647111" cy="504364"/>
            <a:chOff x="219077" y="132041"/>
            <a:chExt cx="8647111" cy="504364"/>
          </a:xfrm>
        </p:grpSpPr>
        <p:pic>
          <p:nvPicPr>
            <p:cNvPr id="197" name="Google Shape;197;p34"/>
            <p:cNvPicPr preferRelativeResize="0"/>
            <p:nvPr/>
          </p:nvPicPr>
          <p:blipFill rotWithShape="1">
            <a:blip r:embed="rId1">
              <a:alphaModFix/>
            </a:blip>
            <a:srcRect b="36534" l="0" r="0" t="36534"/>
            <a:stretch/>
          </p:blipFill>
          <p:spPr>
            <a:xfrm>
              <a:off x="219077" y="201151"/>
              <a:ext cx="1616067" cy="435254"/>
            </a:xfrm>
            <a:prstGeom prst="rect">
              <a:avLst/>
            </a:prstGeom>
            <a:noFill/>
            <a:ln>
              <a:noFill/>
            </a:ln>
          </p:spPr>
        </p:pic>
        <p:pic>
          <p:nvPicPr>
            <p:cNvPr descr="A white logo on a black background&#10;&#10;Description automatically generated" id="198" name="Google Shape;198;p34"/>
            <p:cNvPicPr preferRelativeResize="0"/>
            <p:nvPr/>
          </p:nvPicPr>
          <p:blipFill rotWithShape="1">
            <a:blip r:embed="rId2">
              <a:alphaModFix/>
            </a:blip>
            <a:srcRect b="24815" l="22000" r="21396" t="24814"/>
            <a:stretch/>
          </p:blipFill>
          <p:spPr>
            <a:xfrm>
              <a:off x="8322775" y="132041"/>
              <a:ext cx="543413" cy="483573"/>
            </a:xfrm>
            <a:prstGeom prst="rect">
              <a:avLst/>
            </a:prstGeom>
            <a:noFill/>
            <a:ln>
              <a:noFill/>
            </a:ln>
          </p:spPr>
        </p:pic>
      </p:grpSp>
    </p:spTree>
  </p:cSld>
  <p:clrMap accent1="accent1" accent2="accent2" accent3="accent3" accent4="accent4" accent5="accent5" accent6="accent6" bg1="lt1" bg2="dk2" tx1="dk1" tx2="lt2" folHlink="folHlink" hlink="hlink"/>
  <p:sldLayoutIdLst>
    <p:sldLayoutId id="214748367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772">
          <p15:clr>
            <a:srgbClr val="F26B43"/>
          </p15:clr>
        </p15:guide>
        <p15:guide id="2" orient="horz" pos="2852">
          <p15:clr>
            <a:srgbClr val="F26B43"/>
          </p15:clr>
        </p15:guide>
        <p15:guide id="3" orient="horz" pos="360">
          <p15:clr>
            <a:srgbClr val="F26B43"/>
          </p15:clr>
        </p15:guide>
        <p15:guide id="4" orient="horz" pos="1620">
          <p15:clr>
            <a:srgbClr val="F26B43"/>
          </p15:clr>
        </p15:guide>
        <p15:guide id="5" pos="180">
          <p15:clr>
            <a:srgbClr val="F26B43"/>
          </p15:clr>
        </p15:guide>
        <p15:guide id="6" pos="55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 Id="rId4" Type="http://schemas.openxmlformats.org/officeDocument/2006/relationships/image" Target="../media/image14.jpg"/><Relationship Id="rId5" Type="http://schemas.openxmlformats.org/officeDocument/2006/relationships/image" Target="../media/image18.jpg"/><Relationship Id="rId6" Type="http://schemas.openxmlformats.org/officeDocument/2006/relationships/image" Target="../media/image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9.jpg"/><Relationship Id="rId5" Type="http://schemas.openxmlformats.org/officeDocument/2006/relationships/image" Target="../media/image7.jpg"/><Relationship Id="rId6" Type="http://schemas.openxmlformats.org/officeDocument/2006/relationships/image" Target="../media/image4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9.png"/><Relationship Id="rId9" Type="http://schemas.openxmlformats.org/officeDocument/2006/relationships/image" Target="../media/image23.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16.png"/><Relationship Id="rId8" Type="http://schemas.openxmlformats.org/officeDocument/2006/relationships/image" Target="../media/image5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52.png"/><Relationship Id="rId9" Type="http://schemas.openxmlformats.org/officeDocument/2006/relationships/image" Target="../media/image28.png"/><Relationship Id="rId5" Type="http://schemas.openxmlformats.org/officeDocument/2006/relationships/image" Target="../media/image24.png"/><Relationship Id="rId6" Type="http://schemas.openxmlformats.org/officeDocument/2006/relationships/image" Target="../media/image33.png"/><Relationship Id="rId7" Type="http://schemas.openxmlformats.org/officeDocument/2006/relationships/image" Target="../media/image25.png"/><Relationship Id="rId8" Type="http://schemas.openxmlformats.org/officeDocument/2006/relationships/image" Target="../media/image26.png"/></Relationships>
</file>

<file path=ppt/slides/_rels/slide12.xml.rels><?xml version="1.0" encoding="UTF-8" standalone="yes"?><Relationships xmlns="http://schemas.openxmlformats.org/package/2006/relationships"><Relationship Id="rId20" Type="http://schemas.openxmlformats.org/officeDocument/2006/relationships/image" Target="../media/image39.png"/><Relationship Id="rId11" Type="http://schemas.openxmlformats.org/officeDocument/2006/relationships/image" Target="../media/image49.png"/><Relationship Id="rId22" Type="http://schemas.openxmlformats.org/officeDocument/2006/relationships/image" Target="../media/image46.png"/><Relationship Id="rId10" Type="http://schemas.openxmlformats.org/officeDocument/2006/relationships/image" Target="../media/image31.png"/><Relationship Id="rId21" Type="http://schemas.openxmlformats.org/officeDocument/2006/relationships/image" Target="../media/image53.png"/><Relationship Id="rId13" Type="http://schemas.openxmlformats.org/officeDocument/2006/relationships/image" Target="../media/image51.png"/><Relationship Id="rId12" Type="http://schemas.openxmlformats.org/officeDocument/2006/relationships/image" Target="../media/image42.png"/><Relationship Id="rId23" Type="http://schemas.openxmlformats.org/officeDocument/2006/relationships/image" Target="../media/image55.png"/><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www.tcs.com/who-we-are/newsroom/press-release/tcs-named-world-most-admired-companies-list-fortune-magazine" TargetMode="External"/><Relationship Id="rId4" Type="http://schemas.openxmlformats.org/officeDocument/2006/relationships/image" Target="../media/image48.png"/><Relationship Id="rId9" Type="http://schemas.openxmlformats.org/officeDocument/2006/relationships/image" Target="../media/image29.jpg"/><Relationship Id="rId15" Type="http://schemas.openxmlformats.org/officeDocument/2006/relationships/image" Target="../media/image40.png"/><Relationship Id="rId14" Type="http://schemas.openxmlformats.org/officeDocument/2006/relationships/image" Target="../media/image32.jpg"/><Relationship Id="rId17" Type="http://schemas.openxmlformats.org/officeDocument/2006/relationships/image" Target="../media/image45.png"/><Relationship Id="rId16" Type="http://schemas.openxmlformats.org/officeDocument/2006/relationships/image" Target="../media/image50.png"/><Relationship Id="rId5" Type="http://schemas.openxmlformats.org/officeDocument/2006/relationships/image" Target="../media/image36.png"/><Relationship Id="rId19" Type="http://schemas.openxmlformats.org/officeDocument/2006/relationships/image" Target="../media/image38.png"/><Relationship Id="rId6" Type="http://schemas.openxmlformats.org/officeDocument/2006/relationships/image" Target="../media/image34.png"/><Relationship Id="rId18" Type="http://schemas.openxmlformats.org/officeDocument/2006/relationships/image" Target="../media/image37.png"/><Relationship Id="rId7" Type="http://schemas.openxmlformats.org/officeDocument/2006/relationships/image" Target="../media/image35.png"/><Relationship Id="rId8"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6"/>
          <p:cNvSpPr txBox="1"/>
          <p:nvPr>
            <p:ph type="title"/>
          </p:nvPr>
        </p:nvSpPr>
        <p:spPr>
          <a:xfrm>
            <a:off x="294001" y="1276354"/>
            <a:ext cx="4042988" cy="381515"/>
          </a:xfrm>
          <a:prstGeom prst="rect">
            <a:avLst/>
          </a:prstGeom>
          <a:noFill/>
          <a:ln>
            <a:noFill/>
          </a:ln>
        </p:spPr>
        <p:txBody>
          <a:bodyPr anchorCtr="0" anchor="t" bIns="0" lIns="0" spcFirstLastPara="1" rIns="0" wrap="square" tIns="12050">
            <a:noAutofit/>
          </a:bodyPr>
          <a:lstStyle/>
          <a:p>
            <a:pPr indent="0" lvl="0" marL="0" rtl="0" algn="l">
              <a:lnSpc>
                <a:spcPct val="100000"/>
              </a:lnSpc>
              <a:spcBef>
                <a:spcPts val="0"/>
              </a:spcBef>
              <a:spcAft>
                <a:spcPts val="0"/>
              </a:spcAft>
              <a:buClr>
                <a:schemeClr val="dk1"/>
              </a:buClr>
              <a:buSzPts val="2400"/>
              <a:buFont typeface="Calibri"/>
              <a:buNone/>
            </a:pPr>
            <a:r>
              <a:rPr lang="en-US"/>
              <a:t>Business</a:t>
            </a:r>
            <a:endParaRPr/>
          </a:p>
        </p:txBody>
      </p:sp>
      <p:sp>
        <p:nvSpPr>
          <p:cNvPr id="206" name="Google Shape;206;p36"/>
          <p:cNvSpPr txBox="1"/>
          <p:nvPr>
            <p:ph idx="1" type="body"/>
          </p:nvPr>
        </p:nvSpPr>
        <p:spPr>
          <a:xfrm>
            <a:off x="287191" y="2136844"/>
            <a:ext cx="4042988" cy="263534"/>
          </a:xfrm>
          <a:prstGeom prst="rect">
            <a:avLst/>
          </a:prstGeom>
          <a:noFill/>
          <a:ln>
            <a:noFill/>
          </a:ln>
        </p:spPr>
        <p:txBody>
          <a:bodyPr anchorCtr="0" anchor="t" bIns="0" lIns="0" spcFirstLastPara="1" rIns="0" wrap="square" tIns="17125">
            <a:spAutoFit/>
          </a:bodyPr>
          <a:lstStyle/>
          <a:p>
            <a:pPr indent="0" lvl="0" marL="0" rtl="0" algn="l">
              <a:lnSpc>
                <a:spcPct val="100000"/>
              </a:lnSpc>
              <a:spcBef>
                <a:spcPts val="0"/>
              </a:spcBef>
              <a:spcAft>
                <a:spcPts val="0"/>
              </a:spcAft>
              <a:buClr>
                <a:srgbClr val="4E84C4"/>
              </a:buClr>
              <a:buSzPts val="1600"/>
              <a:buNone/>
            </a:pPr>
            <a:r>
              <a:t/>
            </a:r>
            <a:endParaRPr/>
          </a:p>
        </p:txBody>
      </p:sp>
      <p:sp>
        <p:nvSpPr>
          <p:cNvPr id="207" name="Google Shape;207;p36"/>
          <p:cNvSpPr txBox="1"/>
          <p:nvPr>
            <p:ph idx="2" type="body"/>
          </p:nvPr>
        </p:nvSpPr>
        <p:spPr>
          <a:xfrm>
            <a:off x="281238" y="4364870"/>
            <a:ext cx="1331610" cy="153888"/>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Clr>
                <a:schemeClr val="dk1"/>
              </a:buClr>
              <a:buSzPts val="1000"/>
              <a:buFont typeface="Arial"/>
              <a:buNone/>
            </a:pPr>
            <a:r>
              <a:rPr lang="en-US"/>
              <a:t>February 4, 2026</a:t>
            </a:r>
            <a:endParaRPr/>
          </a:p>
        </p:txBody>
      </p:sp>
      <p:pic>
        <p:nvPicPr>
          <p:cNvPr id="208" name="Google Shape;208;p36"/>
          <p:cNvPicPr preferRelativeResize="0"/>
          <p:nvPr/>
        </p:nvPicPr>
        <p:blipFill rotWithShape="1">
          <a:blip r:embed="rId3">
            <a:alphaModFix/>
          </a:blip>
          <a:srcRect b="0" l="7138" r="7138" t="0"/>
          <a:stretch/>
        </p:blipFill>
        <p:spPr>
          <a:xfrm>
            <a:off x="4398264" y="1201777"/>
            <a:ext cx="4745736" cy="316309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37"/>
          <p:cNvSpPr txBox="1"/>
          <p:nvPr>
            <p:ph type="title"/>
          </p:nvPr>
        </p:nvSpPr>
        <p:spPr>
          <a:xfrm>
            <a:off x="344869" y="125142"/>
            <a:ext cx="7886100" cy="552900"/>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4E84C4"/>
              </a:buClr>
              <a:buSzPts val="2100"/>
              <a:buFont typeface="Calibri"/>
              <a:buNone/>
            </a:pPr>
            <a:r>
              <a:rPr lang="en-US"/>
              <a:t>Slide title</a:t>
            </a:r>
            <a:endParaRPr/>
          </a:p>
        </p:txBody>
      </p:sp>
      <p:sp>
        <p:nvSpPr>
          <p:cNvPr id="214" name="Google Shape;214;p37"/>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p>
            <a:pPr indent="0" lvl="0" marL="0" rtl="0" algn="l">
              <a:spcBef>
                <a:spcPts val="0"/>
              </a:spcBef>
              <a:spcAft>
                <a:spcPts val="0"/>
              </a:spcAft>
              <a:buNone/>
            </a:pPr>
            <a:r>
              <a:rPr lang="en-US"/>
              <a:t>TCS confidential</a:t>
            </a:r>
            <a:endParaRPr/>
          </a:p>
        </p:txBody>
      </p:sp>
      <p:sp>
        <p:nvSpPr>
          <p:cNvPr id="215" name="Google Shape;215;p37"/>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fld id="{00000000-1234-1234-1234-123412341234}" type="slidenum">
              <a:rPr lang="en-US"/>
              <a:t>‹#›</a:t>
            </a:fld>
            <a:endParaRPr/>
          </a:p>
        </p:txBody>
      </p:sp>
      <p:sp>
        <p:nvSpPr>
          <p:cNvPr id="216" name="Google Shape;216;p37"/>
          <p:cNvSpPr/>
          <p:nvPr/>
        </p:nvSpPr>
        <p:spPr>
          <a:xfrm>
            <a:off x="290517" y="666754"/>
            <a:ext cx="5091437" cy="313801"/>
          </a:xfrm>
          <a:prstGeom prst="rect">
            <a:avLst/>
          </a:prstGeom>
          <a:solidFill>
            <a:srgbClr val="000000"/>
          </a:solidFill>
          <a:ln>
            <a:noFill/>
          </a:ln>
        </p:spPr>
        <p:txBody>
          <a:bodyPr anchorCtr="0" anchor="ctr" bIns="45700" lIns="91425" spcFirstLastPara="1" rIns="91425" wrap="square" tIns="45700">
            <a:noAutofit/>
          </a:bodyPr>
          <a:lstStyle/>
          <a:p>
            <a:pPr indent="0" lvl="0" marL="114288" marR="0" rtl="0" algn="l">
              <a:spcBef>
                <a:spcPts val="0"/>
              </a:spcBef>
              <a:spcAft>
                <a:spcPts val="0"/>
              </a:spcAft>
              <a:buNone/>
            </a:pPr>
            <a:r>
              <a:rPr b="1" i="0" lang="en-US" sz="1600" u="none" cap="none" strike="noStrike">
                <a:solidFill>
                  <a:schemeClr val="lt1"/>
                </a:solidFill>
                <a:latin typeface="Calibri"/>
                <a:ea typeface="Calibri"/>
                <a:cs typeface="Calibri"/>
                <a:sym typeface="Calibri"/>
              </a:rPr>
              <a:t>Headline</a:t>
            </a:r>
            <a:endParaRPr/>
          </a:p>
        </p:txBody>
      </p:sp>
      <p:sp>
        <p:nvSpPr>
          <p:cNvPr id="217" name="Google Shape;217;p37"/>
          <p:cNvSpPr txBox="1"/>
          <p:nvPr/>
        </p:nvSpPr>
        <p:spPr>
          <a:xfrm>
            <a:off x="293713" y="3405079"/>
            <a:ext cx="1194083" cy="750847"/>
          </a:xfrm>
          <a:prstGeom prst="rect">
            <a:avLst/>
          </a:prstGeom>
          <a:noFill/>
          <a:ln>
            <a:noFill/>
          </a:ln>
        </p:spPr>
        <p:txBody>
          <a:bodyPr anchorCtr="0" anchor="t" bIns="0" lIns="0" spcFirstLastPara="1" rIns="0" wrap="square" tIns="12050">
            <a:spAutoFit/>
          </a:bodyPr>
          <a:lstStyle/>
          <a:p>
            <a:pPr indent="0" lvl="0" marL="0" marR="0" rtl="0" algn="ctr">
              <a:spcBef>
                <a:spcPts val="0"/>
              </a:spcBef>
              <a:spcAft>
                <a:spcPts val="0"/>
              </a:spcAft>
              <a:buNone/>
            </a:pPr>
            <a:r>
              <a:rPr b="0" i="0" lang="en-US" sz="1200" u="none" cap="none" strike="noStrike">
                <a:solidFill>
                  <a:schemeClr val="dk1"/>
                </a:solidFill>
                <a:latin typeface="Calibri"/>
                <a:ea typeface="Calibri"/>
                <a:cs typeface="Calibri"/>
                <a:sym typeface="Calibri"/>
              </a:rPr>
              <a:t>Tackle climate change and preserve our natural resources</a:t>
            </a:r>
            <a:endParaRPr/>
          </a:p>
        </p:txBody>
      </p:sp>
      <p:sp>
        <p:nvSpPr>
          <p:cNvPr id="218" name="Google Shape;218;p37"/>
          <p:cNvSpPr txBox="1"/>
          <p:nvPr/>
        </p:nvSpPr>
        <p:spPr>
          <a:xfrm>
            <a:off x="1592853" y="3405079"/>
            <a:ext cx="1197280" cy="750847"/>
          </a:xfrm>
          <a:prstGeom prst="rect">
            <a:avLst/>
          </a:prstGeom>
          <a:noFill/>
          <a:ln>
            <a:noFill/>
          </a:ln>
        </p:spPr>
        <p:txBody>
          <a:bodyPr anchorCtr="0" anchor="t" bIns="0" lIns="0" spcFirstLastPara="1" rIns="0" wrap="square" tIns="12050">
            <a:spAutoFit/>
          </a:bodyPr>
          <a:lstStyle/>
          <a:p>
            <a:pPr indent="0" lvl="0" marL="0" marR="0" rtl="0" algn="ctr">
              <a:spcBef>
                <a:spcPts val="0"/>
              </a:spcBef>
              <a:spcAft>
                <a:spcPts val="0"/>
              </a:spcAft>
              <a:buNone/>
            </a:pPr>
            <a:r>
              <a:rPr b="0" i="0" lang="en-US" sz="1200" u="none" cap="none" strike="noStrike">
                <a:solidFill>
                  <a:schemeClr val="dk1"/>
                </a:solidFill>
                <a:latin typeface="Calibri"/>
                <a:ea typeface="Calibri"/>
                <a:cs typeface="Calibri"/>
                <a:sym typeface="Calibri"/>
              </a:rPr>
              <a:t>Renewable energy to combat climate change and its adverse impact</a:t>
            </a:r>
            <a:endParaRPr/>
          </a:p>
        </p:txBody>
      </p:sp>
      <p:sp>
        <p:nvSpPr>
          <p:cNvPr id="219" name="Google Shape;219;p37"/>
          <p:cNvSpPr txBox="1"/>
          <p:nvPr/>
        </p:nvSpPr>
        <p:spPr>
          <a:xfrm>
            <a:off x="2895192" y="3405079"/>
            <a:ext cx="1197280" cy="381515"/>
          </a:xfrm>
          <a:prstGeom prst="rect">
            <a:avLst/>
          </a:prstGeom>
          <a:noFill/>
          <a:ln>
            <a:noFill/>
          </a:ln>
        </p:spPr>
        <p:txBody>
          <a:bodyPr anchorCtr="0" anchor="t" bIns="0" lIns="0" spcFirstLastPara="1" rIns="0" wrap="square" tIns="12050">
            <a:spAutoFit/>
          </a:bodyPr>
          <a:lstStyle/>
          <a:p>
            <a:pPr indent="0" lvl="0" marL="0" marR="0" rtl="0" algn="ctr">
              <a:spcBef>
                <a:spcPts val="0"/>
              </a:spcBef>
              <a:spcAft>
                <a:spcPts val="0"/>
              </a:spcAft>
              <a:buNone/>
            </a:pPr>
            <a:r>
              <a:rPr b="0" i="0" lang="en-US" sz="1200" u="none" cap="none" strike="noStrike">
                <a:solidFill>
                  <a:schemeClr val="dk1"/>
                </a:solidFill>
                <a:latin typeface="Calibri"/>
                <a:ea typeface="Calibri"/>
                <a:cs typeface="Calibri"/>
                <a:sym typeface="Calibri"/>
              </a:rPr>
              <a:t>Sprinting towards</a:t>
            </a:r>
            <a:endParaRPr/>
          </a:p>
          <a:p>
            <a:pPr indent="0" lvl="0" marL="0" marR="0" rtl="0" algn="ctr">
              <a:spcBef>
                <a:spcPts val="0"/>
              </a:spcBef>
              <a:spcAft>
                <a:spcPts val="0"/>
              </a:spcAft>
              <a:buNone/>
            </a:pPr>
            <a:r>
              <a:rPr b="0" i="0" lang="en-US" sz="1200" u="none" cap="none" strike="noStrike">
                <a:solidFill>
                  <a:schemeClr val="dk1"/>
                </a:solidFill>
                <a:latin typeface="Calibri"/>
                <a:ea typeface="Calibri"/>
                <a:cs typeface="Calibri"/>
                <a:sym typeface="Calibri"/>
              </a:rPr>
              <a:t>a healthier future</a:t>
            </a:r>
            <a:endParaRPr/>
          </a:p>
        </p:txBody>
      </p:sp>
      <p:sp>
        <p:nvSpPr>
          <p:cNvPr id="220" name="Google Shape;220;p37"/>
          <p:cNvSpPr txBox="1"/>
          <p:nvPr/>
        </p:nvSpPr>
        <p:spPr>
          <a:xfrm>
            <a:off x="4197531" y="3405079"/>
            <a:ext cx="1207523" cy="750847"/>
          </a:xfrm>
          <a:prstGeom prst="rect">
            <a:avLst/>
          </a:prstGeom>
          <a:noFill/>
          <a:ln>
            <a:noFill/>
          </a:ln>
        </p:spPr>
        <p:txBody>
          <a:bodyPr anchorCtr="0" anchor="t" bIns="0" lIns="0" spcFirstLastPara="1" rIns="0" wrap="square" tIns="12050">
            <a:spAutoFit/>
          </a:bodyPr>
          <a:lstStyle/>
          <a:p>
            <a:pPr indent="0" lvl="0" marL="0" marR="0" rtl="0" algn="ctr">
              <a:spcBef>
                <a:spcPts val="0"/>
              </a:spcBef>
              <a:spcAft>
                <a:spcPts val="0"/>
              </a:spcAft>
              <a:buNone/>
            </a:pPr>
            <a:r>
              <a:rPr b="0" i="0" lang="en-US" sz="1200" u="none" cap="none" strike="noStrike">
                <a:solidFill>
                  <a:schemeClr val="dk1"/>
                </a:solidFill>
                <a:latin typeface="Calibri"/>
                <a:ea typeface="Calibri"/>
                <a:cs typeface="Calibri"/>
                <a:sym typeface="Calibri"/>
              </a:rPr>
              <a:t>Sustainable business transformation gives the edge</a:t>
            </a:r>
            <a:endParaRPr/>
          </a:p>
        </p:txBody>
      </p:sp>
      <p:sp>
        <p:nvSpPr>
          <p:cNvPr id="221" name="Google Shape;221;p37"/>
          <p:cNvSpPr txBox="1"/>
          <p:nvPr/>
        </p:nvSpPr>
        <p:spPr>
          <a:xfrm>
            <a:off x="5685821" y="1059182"/>
            <a:ext cx="2614614" cy="815608"/>
          </a:xfrm>
          <a:prstGeom prst="rect">
            <a:avLst/>
          </a:prstGeom>
          <a:noFill/>
          <a:ln>
            <a:noFill/>
          </a:ln>
        </p:spPr>
        <p:txBody>
          <a:bodyPr anchorCtr="0" anchor="t" bIns="0" lIns="0" spcFirstLastPara="1" rIns="0" wrap="square" tIns="0">
            <a:spAutoFit/>
          </a:bodyPr>
          <a:lstStyle/>
          <a:p>
            <a:pPr indent="-226989" lvl="0" marL="226989" marR="0" rtl="0" algn="l">
              <a:spcBef>
                <a:spcPts val="0"/>
              </a:spcBef>
              <a:spcAft>
                <a:spcPts val="0"/>
              </a:spcAft>
              <a:buClr>
                <a:srgbClr val="007DC5"/>
              </a:buClr>
              <a:buSzPts val="1600"/>
              <a:buFont typeface="Arial"/>
              <a:buChar char="•"/>
            </a:pPr>
            <a:r>
              <a:rPr b="0" i="0" lang="en-US" sz="1600" u="none" cap="none" strike="noStrike">
                <a:solidFill>
                  <a:schemeClr val="dk1"/>
                </a:solidFill>
                <a:latin typeface="Calibri"/>
                <a:ea typeface="Calibri"/>
                <a:cs typeface="Calibri"/>
                <a:sym typeface="Calibri"/>
              </a:rPr>
              <a:t>Working with clients to ... </a:t>
            </a:r>
            <a:endParaRPr/>
          </a:p>
          <a:p>
            <a:pPr indent="-226989" lvl="0" marL="226989" marR="0" rtl="0" algn="l">
              <a:spcBef>
                <a:spcPts val="600"/>
              </a:spcBef>
              <a:spcAft>
                <a:spcPts val="0"/>
              </a:spcAft>
              <a:buClr>
                <a:srgbClr val="007DC5"/>
              </a:buClr>
              <a:buSzPts val="1600"/>
              <a:buFont typeface="Arial"/>
              <a:buChar char="•"/>
            </a:pPr>
            <a:r>
              <a:rPr b="0" i="0" lang="en-US" sz="1600" u="none" cap="none" strike="noStrike">
                <a:solidFill>
                  <a:schemeClr val="dk1"/>
                </a:solidFill>
                <a:latin typeface="Calibri"/>
                <a:ea typeface="Calibri"/>
                <a:cs typeface="Calibri"/>
                <a:sym typeface="Calibri"/>
              </a:rPr>
              <a:t>Collaborate and innovate for greater future</a:t>
            </a:r>
            <a:endParaRPr/>
          </a:p>
        </p:txBody>
      </p:sp>
      <p:sp>
        <p:nvSpPr>
          <p:cNvPr id="222" name="Google Shape;222;p37"/>
          <p:cNvSpPr/>
          <p:nvPr/>
        </p:nvSpPr>
        <p:spPr>
          <a:xfrm>
            <a:off x="5685820" y="678184"/>
            <a:ext cx="2614614" cy="313801"/>
          </a:xfrm>
          <a:prstGeom prst="rect">
            <a:avLst/>
          </a:prstGeom>
          <a:solidFill>
            <a:srgbClr val="000000"/>
          </a:solidFill>
          <a:ln>
            <a:noFill/>
          </a:ln>
        </p:spPr>
        <p:txBody>
          <a:bodyPr anchorCtr="0" anchor="ctr" bIns="45700" lIns="91425" spcFirstLastPara="1" rIns="91425" wrap="square" tIns="45700">
            <a:noAutofit/>
          </a:bodyPr>
          <a:lstStyle/>
          <a:p>
            <a:pPr indent="0" lvl="0" marL="60319" marR="0" rtl="0" algn="l">
              <a:spcBef>
                <a:spcPts val="0"/>
              </a:spcBef>
              <a:spcAft>
                <a:spcPts val="0"/>
              </a:spcAft>
              <a:buNone/>
            </a:pPr>
            <a:r>
              <a:rPr b="1" i="0" lang="en-US" sz="1600" u="none" cap="none" strike="noStrike">
                <a:solidFill>
                  <a:schemeClr val="lt1"/>
                </a:solidFill>
                <a:latin typeface="Calibri"/>
                <a:ea typeface="Calibri"/>
                <a:cs typeface="Calibri"/>
                <a:sym typeface="Calibri"/>
              </a:rPr>
              <a:t>Headline</a:t>
            </a:r>
            <a:endParaRPr/>
          </a:p>
        </p:txBody>
      </p:sp>
      <p:sp>
        <p:nvSpPr>
          <p:cNvPr id="223" name="Google Shape;223;p37"/>
          <p:cNvSpPr txBox="1"/>
          <p:nvPr/>
        </p:nvSpPr>
        <p:spPr>
          <a:xfrm>
            <a:off x="5782544" y="2641827"/>
            <a:ext cx="3088059" cy="107721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600" u="none" cap="none" strike="noStrike">
                <a:solidFill>
                  <a:schemeClr val="dk1"/>
                </a:solidFill>
                <a:latin typeface="Calibri"/>
                <a:ea typeface="Calibri"/>
                <a:cs typeface="Calibri"/>
                <a:sym typeface="Calibri"/>
              </a:rPr>
              <a:t>At TCS, we go beyond helping businesses transform through technology. We help them make a meaningful difference.</a:t>
            </a:r>
            <a:endParaRPr sz="1400">
              <a:solidFill>
                <a:schemeClr val="dk1"/>
              </a:solidFill>
              <a:latin typeface="Calibri"/>
              <a:ea typeface="Calibri"/>
              <a:cs typeface="Calibri"/>
              <a:sym typeface="Calibri"/>
            </a:endParaRPr>
          </a:p>
        </p:txBody>
      </p:sp>
      <p:sp>
        <p:nvSpPr>
          <p:cNvPr id="224" name="Google Shape;224;p37"/>
          <p:cNvSpPr/>
          <p:nvPr/>
        </p:nvSpPr>
        <p:spPr>
          <a:xfrm>
            <a:off x="5611742" y="2162627"/>
            <a:ext cx="2237344"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600">
                <a:solidFill>
                  <a:schemeClr val="dk1"/>
                </a:solidFill>
                <a:latin typeface="Calibri"/>
                <a:ea typeface="Calibri"/>
                <a:cs typeface="Calibri"/>
                <a:sym typeface="Calibri"/>
              </a:rPr>
              <a:t>We believe lorem ipsum</a:t>
            </a:r>
            <a:endParaRPr/>
          </a:p>
        </p:txBody>
      </p:sp>
      <p:sp>
        <p:nvSpPr>
          <p:cNvPr id="225" name="Google Shape;225;p37"/>
          <p:cNvSpPr/>
          <p:nvPr/>
        </p:nvSpPr>
        <p:spPr>
          <a:xfrm flipH="1">
            <a:off x="5736825" y="2714800"/>
            <a:ext cx="45719" cy="957026"/>
          </a:xfrm>
          <a:prstGeom prst="roundRect">
            <a:avLst>
              <a:gd fmla="val 50000" name="adj"/>
            </a:avLst>
          </a:prstGeom>
          <a:solidFill>
            <a:srgbClr val="4E84C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rgbClr val="4E84C4"/>
              </a:solidFill>
              <a:latin typeface="Calibri"/>
              <a:ea typeface="Calibri"/>
              <a:cs typeface="Calibri"/>
              <a:sym typeface="Calibri"/>
            </a:endParaRPr>
          </a:p>
        </p:txBody>
      </p:sp>
      <p:pic>
        <p:nvPicPr>
          <p:cNvPr id="226" name="Google Shape;226;p37"/>
          <p:cNvPicPr preferRelativeResize="0"/>
          <p:nvPr/>
        </p:nvPicPr>
        <p:blipFill rotWithShape="1">
          <a:blip r:embed="rId3">
            <a:alphaModFix/>
          </a:blip>
          <a:srcRect b="0" l="49638" r="15708" t="0"/>
          <a:stretch/>
        </p:blipFill>
        <p:spPr>
          <a:xfrm>
            <a:off x="4184926" y="1031387"/>
            <a:ext cx="1205009" cy="2318181"/>
          </a:xfrm>
          <a:prstGeom prst="rect">
            <a:avLst/>
          </a:prstGeom>
          <a:noFill/>
          <a:ln cap="flat" cmpd="sng" w="9525">
            <a:solidFill>
              <a:srgbClr val="BFBFBF"/>
            </a:solidFill>
            <a:prstDash val="solid"/>
            <a:round/>
            <a:headEnd len="sm" w="sm" type="none"/>
            <a:tailEnd len="sm" w="sm" type="none"/>
          </a:ln>
        </p:spPr>
      </p:pic>
      <p:pic>
        <p:nvPicPr>
          <p:cNvPr id="227" name="Google Shape;227;p37"/>
          <p:cNvPicPr preferRelativeResize="0"/>
          <p:nvPr/>
        </p:nvPicPr>
        <p:blipFill rotWithShape="1">
          <a:blip r:embed="rId4">
            <a:alphaModFix/>
          </a:blip>
          <a:srcRect b="101" l="42794" r="28044" t="-101"/>
          <a:stretch/>
        </p:blipFill>
        <p:spPr>
          <a:xfrm>
            <a:off x="2886372" y="1031387"/>
            <a:ext cx="1206670" cy="2318181"/>
          </a:xfrm>
          <a:prstGeom prst="rect">
            <a:avLst/>
          </a:prstGeom>
          <a:noFill/>
          <a:ln cap="flat" cmpd="sng" w="9525">
            <a:solidFill>
              <a:srgbClr val="D8D8D8"/>
            </a:solidFill>
            <a:prstDash val="solid"/>
            <a:round/>
            <a:headEnd len="sm" w="sm" type="none"/>
            <a:tailEnd len="sm" w="sm" type="none"/>
          </a:ln>
        </p:spPr>
      </p:pic>
      <p:pic>
        <p:nvPicPr>
          <p:cNvPr id="228" name="Google Shape;228;p37"/>
          <p:cNvPicPr preferRelativeResize="0"/>
          <p:nvPr/>
        </p:nvPicPr>
        <p:blipFill rotWithShape="1">
          <a:blip r:embed="rId5">
            <a:alphaModFix/>
          </a:blip>
          <a:srcRect b="0" l="32793" r="32793" t="0"/>
          <a:stretch/>
        </p:blipFill>
        <p:spPr>
          <a:xfrm>
            <a:off x="290515" y="1031387"/>
            <a:ext cx="1197281" cy="2318181"/>
          </a:xfrm>
          <a:prstGeom prst="rect">
            <a:avLst/>
          </a:prstGeom>
          <a:noFill/>
          <a:ln cap="flat" cmpd="sng" w="9525">
            <a:solidFill>
              <a:srgbClr val="D8D8D8"/>
            </a:solidFill>
            <a:prstDash val="solid"/>
            <a:round/>
            <a:headEnd len="sm" w="sm" type="none"/>
            <a:tailEnd len="sm" w="sm" type="none"/>
          </a:ln>
        </p:spPr>
      </p:pic>
      <p:pic>
        <p:nvPicPr>
          <p:cNvPr id="229" name="Google Shape;229;p37"/>
          <p:cNvPicPr preferRelativeResize="0"/>
          <p:nvPr/>
        </p:nvPicPr>
        <p:blipFill rotWithShape="1">
          <a:blip r:embed="rId6">
            <a:alphaModFix/>
          </a:blip>
          <a:srcRect b="0" l="15318" r="49742" t="0"/>
          <a:stretch/>
        </p:blipFill>
        <p:spPr>
          <a:xfrm>
            <a:off x="1579678" y="1031387"/>
            <a:ext cx="1214810" cy="2318181"/>
          </a:xfrm>
          <a:prstGeom prst="rect">
            <a:avLst/>
          </a:prstGeom>
          <a:noFill/>
          <a:ln cap="flat" cmpd="sng" w="9525">
            <a:solidFill>
              <a:srgbClr val="BFBFBF"/>
            </a:solidFill>
            <a:prstDash val="solid"/>
            <a:round/>
            <a:headEnd len="sm" w="sm" type="none"/>
            <a:tailEnd len="sm" w="sm" type="none"/>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38"/>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4E84C4"/>
              </a:buClr>
              <a:buSzPts val="2100"/>
              <a:buFont typeface="Calibri"/>
              <a:buNone/>
            </a:pPr>
            <a:r>
              <a:rPr lang="en-US"/>
              <a:t>Slide title</a:t>
            </a:r>
            <a:endParaRPr/>
          </a:p>
        </p:txBody>
      </p:sp>
      <p:sp>
        <p:nvSpPr>
          <p:cNvPr id="235" name="Google Shape;235;p38"/>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p>
            <a:pPr indent="0" lvl="0" marL="0" rtl="0" algn="l">
              <a:spcBef>
                <a:spcPts val="0"/>
              </a:spcBef>
              <a:spcAft>
                <a:spcPts val="0"/>
              </a:spcAft>
              <a:buNone/>
            </a:pPr>
            <a:r>
              <a:rPr lang="en-US"/>
              <a:t>TCS confidential</a:t>
            </a:r>
            <a:endParaRPr/>
          </a:p>
        </p:txBody>
      </p:sp>
      <p:sp>
        <p:nvSpPr>
          <p:cNvPr id="236" name="Google Shape;236;p38"/>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fld id="{00000000-1234-1234-1234-123412341234}" type="slidenum">
              <a:rPr lang="en-US"/>
              <a:t>‹#›</a:t>
            </a:fld>
            <a:endParaRPr/>
          </a:p>
        </p:txBody>
      </p:sp>
      <p:sp>
        <p:nvSpPr>
          <p:cNvPr id="237" name="Google Shape;237;p38"/>
          <p:cNvSpPr/>
          <p:nvPr/>
        </p:nvSpPr>
        <p:spPr>
          <a:xfrm>
            <a:off x="290517" y="666754"/>
            <a:ext cx="5091437" cy="313801"/>
          </a:xfrm>
          <a:prstGeom prst="rect">
            <a:avLst/>
          </a:prstGeom>
          <a:solidFill>
            <a:srgbClr val="000000"/>
          </a:solidFill>
          <a:ln>
            <a:noFill/>
          </a:ln>
        </p:spPr>
        <p:txBody>
          <a:bodyPr anchorCtr="0" anchor="ctr" bIns="45700" lIns="91425" spcFirstLastPara="1" rIns="91425" wrap="square" tIns="45700">
            <a:noAutofit/>
          </a:bodyPr>
          <a:lstStyle/>
          <a:p>
            <a:pPr indent="0" lvl="0" marL="114288" marR="0" rtl="0" algn="l">
              <a:spcBef>
                <a:spcPts val="0"/>
              </a:spcBef>
              <a:spcAft>
                <a:spcPts val="0"/>
              </a:spcAft>
              <a:buNone/>
            </a:pPr>
            <a:r>
              <a:rPr b="1" lang="en-US" sz="1600">
                <a:solidFill>
                  <a:schemeClr val="lt1"/>
                </a:solidFill>
                <a:latin typeface="Calibri"/>
                <a:ea typeface="Calibri"/>
                <a:cs typeface="Calibri"/>
                <a:sym typeface="Calibri"/>
              </a:rPr>
              <a:t>Headline</a:t>
            </a:r>
            <a:endParaRPr/>
          </a:p>
        </p:txBody>
      </p:sp>
      <p:sp>
        <p:nvSpPr>
          <p:cNvPr id="238" name="Google Shape;238;p38"/>
          <p:cNvSpPr txBox="1"/>
          <p:nvPr/>
        </p:nvSpPr>
        <p:spPr>
          <a:xfrm>
            <a:off x="293713" y="3405081"/>
            <a:ext cx="1194083" cy="381515"/>
          </a:xfrm>
          <a:prstGeom prst="rect">
            <a:avLst/>
          </a:prstGeom>
          <a:noFill/>
          <a:ln>
            <a:noFill/>
          </a:ln>
        </p:spPr>
        <p:txBody>
          <a:bodyPr anchorCtr="0" anchor="t" bIns="0" lIns="0" spcFirstLastPara="1" rIns="0" wrap="square" tIns="12050">
            <a:spAutoFit/>
          </a:bodyPr>
          <a:lstStyle/>
          <a:p>
            <a:pPr indent="0" lvl="0" marL="0" marR="0" rtl="0" algn="ctr">
              <a:spcBef>
                <a:spcPts val="0"/>
              </a:spcBef>
              <a:spcAft>
                <a:spcPts val="0"/>
              </a:spcAft>
              <a:buNone/>
            </a:pPr>
            <a:r>
              <a:rPr lang="en-US" sz="1200">
                <a:solidFill>
                  <a:schemeClr val="dk1"/>
                </a:solidFill>
                <a:latin typeface="Calibri"/>
                <a:ea typeface="Calibri"/>
                <a:cs typeface="Calibri"/>
                <a:sym typeface="Calibri"/>
              </a:rPr>
              <a:t>Reigniting the spirt of running</a:t>
            </a:r>
            <a:endParaRPr/>
          </a:p>
        </p:txBody>
      </p:sp>
      <p:sp>
        <p:nvSpPr>
          <p:cNvPr id="239" name="Google Shape;239;p38"/>
          <p:cNvSpPr txBox="1"/>
          <p:nvPr/>
        </p:nvSpPr>
        <p:spPr>
          <a:xfrm>
            <a:off x="1592853" y="3405079"/>
            <a:ext cx="1197280" cy="935513"/>
          </a:xfrm>
          <a:prstGeom prst="rect">
            <a:avLst/>
          </a:prstGeom>
          <a:noFill/>
          <a:ln>
            <a:noFill/>
          </a:ln>
        </p:spPr>
        <p:txBody>
          <a:bodyPr anchorCtr="0" anchor="t" bIns="0" lIns="0" spcFirstLastPara="1" rIns="0" wrap="square" tIns="12050">
            <a:spAutoFit/>
          </a:bodyPr>
          <a:lstStyle/>
          <a:p>
            <a:pPr indent="0" lvl="0" marL="0" marR="0" rtl="0" algn="ctr">
              <a:spcBef>
                <a:spcPts val="0"/>
              </a:spcBef>
              <a:spcAft>
                <a:spcPts val="0"/>
              </a:spcAft>
              <a:buNone/>
            </a:pPr>
            <a:r>
              <a:rPr lang="en-US" sz="1200">
                <a:solidFill>
                  <a:schemeClr val="dk1"/>
                </a:solidFill>
                <a:latin typeface="Calibri"/>
                <a:ea typeface="Calibri"/>
                <a:cs typeface="Calibri"/>
                <a:sym typeface="Calibri"/>
              </a:rPr>
              <a:t>Runners from Mumbai - Coming together of passion and innovation</a:t>
            </a:r>
            <a:endParaRPr/>
          </a:p>
        </p:txBody>
      </p:sp>
      <p:sp>
        <p:nvSpPr>
          <p:cNvPr id="240" name="Google Shape;240;p38"/>
          <p:cNvSpPr txBox="1"/>
          <p:nvPr/>
        </p:nvSpPr>
        <p:spPr>
          <a:xfrm>
            <a:off x="2895192" y="3405079"/>
            <a:ext cx="1197280" cy="935513"/>
          </a:xfrm>
          <a:prstGeom prst="rect">
            <a:avLst/>
          </a:prstGeom>
          <a:noFill/>
          <a:ln>
            <a:noFill/>
          </a:ln>
        </p:spPr>
        <p:txBody>
          <a:bodyPr anchorCtr="0" anchor="t" bIns="0" lIns="0" spcFirstLastPara="1" rIns="0" wrap="square" tIns="12050">
            <a:spAutoFit/>
          </a:bodyPr>
          <a:lstStyle/>
          <a:p>
            <a:pPr indent="0" lvl="0" marL="0" marR="0" rtl="0" algn="ctr">
              <a:spcBef>
                <a:spcPts val="0"/>
              </a:spcBef>
              <a:spcAft>
                <a:spcPts val="0"/>
              </a:spcAft>
              <a:buNone/>
            </a:pPr>
            <a:r>
              <a:rPr lang="en-US" sz="1200">
                <a:solidFill>
                  <a:schemeClr val="dk1"/>
                </a:solidFill>
                <a:latin typeface="Calibri"/>
                <a:ea typeface="Calibri"/>
                <a:cs typeface="Calibri"/>
                <a:sym typeface="Calibri"/>
              </a:rPr>
              <a:t>When sustainability is the future, sport is more than just a game</a:t>
            </a:r>
            <a:endParaRPr/>
          </a:p>
        </p:txBody>
      </p:sp>
      <p:sp>
        <p:nvSpPr>
          <p:cNvPr id="241" name="Google Shape;241;p38"/>
          <p:cNvSpPr txBox="1"/>
          <p:nvPr/>
        </p:nvSpPr>
        <p:spPr>
          <a:xfrm>
            <a:off x="4197531" y="3405081"/>
            <a:ext cx="1207523" cy="566181"/>
          </a:xfrm>
          <a:prstGeom prst="rect">
            <a:avLst/>
          </a:prstGeom>
          <a:noFill/>
          <a:ln>
            <a:noFill/>
          </a:ln>
        </p:spPr>
        <p:txBody>
          <a:bodyPr anchorCtr="0" anchor="t" bIns="0" lIns="0" spcFirstLastPara="1" rIns="0" wrap="square" tIns="12050">
            <a:spAutoFit/>
          </a:bodyPr>
          <a:lstStyle/>
          <a:p>
            <a:pPr indent="0" lvl="0" marL="0" marR="0" rtl="0" algn="ctr">
              <a:spcBef>
                <a:spcPts val="0"/>
              </a:spcBef>
              <a:spcAft>
                <a:spcPts val="0"/>
              </a:spcAft>
              <a:buNone/>
            </a:pPr>
            <a:r>
              <a:rPr lang="en-US" sz="1200">
                <a:solidFill>
                  <a:schemeClr val="dk1"/>
                </a:solidFill>
                <a:latin typeface="Calibri"/>
                <a:ea typeface="Calibri"/>
                <a:cs typeface="Calibri"/>
                <a:sym typeface="Calibri"/>
              </a:rPr>
              <a:t>Healthy living through technology</a:t>
            </a:r>
            <a:endParaRPr/>
          </a:p>
        </p:txBody>
      </p:sp>
      <p:sp>
        <p:nvSpPr>
          <p:cNvPr id="242" name="Google Shape;242;p38"/>
          <p:cNvSpPr txBox="1"/>
          <p:nvPr/>
        </p:nvSpPr>
        <p:spPr>
          <a:xfrm>
            <a:off x="5685821" y="1059182"/>
            <a:ext cx="2614614" cy="815608"/>
          </a:xfrm>
          <a:prstGeom prst="rect">
            <a:avLst/>
          </a:prstGeom>
          <a:noFill/>
          <a:ln>
            <a:noFill/>
          </a:ln>
        </p:spPr>
        <p:txBody>
          <a:bodyPr anchorCtr="0" anchor="t" bIns="0" lIns="0" spcFirstLastPara="1" rIns="0" wrap="square" tIns="0">
            <a:spAutoFit/>
          </a:bodyPr>
          <a:lstStyle/>
          <a:p>
            <a:pPr indent="-226989" lvl="0" marL="226989" marR="0" rtl="0" algn="l">
              <a:spcBef>
                <a:spcPts val="0"/>
              </a:spcBef>
              <a:spcAft>
                <a:spcPts val="0"/>
              </a:spcAft>
              <a:buClr>
                <a:srgbClr val="007DC5"/>
              </a:buClr>
              <a:buSzPts val="1600"/>
              <a:buFont typeface="Arial"/>
              <a:buChar char="•"/>
            </a:pPr>
            <a:r>
              <a:rPr lang="en-US" sz="1600">
                <a:solidFill>
                  <a:schemeClr val="dk1"/>
                </a:solidFill>
                <a:latin typeface="Calibri"/>
                <a:ea typeface="Calibri"/>
                <a:cs typeface="Calibri"/>
                <a:sym typeface="Calibri"/>
              </a:rPr>
              <a:t>Working with clients to ... </a:t>
            </a:r>
            <a:endParaRPr/>
          </a:p>
          <a:p>
            <a:pPr indent="-226989" lvl="0" marL="226989" marR="0" rtl="0" algn="l">
              <a:spcBef>
                <a:spcPts val="600"/>
              </a:spcBef>
              <a:spcAft>
                <a:spcPts val="0"/>
              </a:spcAft>
              <a:buClr>
                <a:srgbClr val="007DC5"/>
              </a:buClr>
              <a:buSzPts val="1600"/>
              <a:buFont typeface="Arial"/>
              <a:buChar char="•"/>
            </a:pPr>
            <a:r>
              <a:rPr lang="en-US" sz="1600">
                <a:solidFill>
                  <a:schemeClr val="dk1"/>
                </a:solidFill>
                <a:latin typeface="Calibri"/>
                <a:ea typeface="Calibri"/>
                <a:cs typeface="Calibri"/>
                <a:sym typeface="Calibri"/>
              </a:rPr>
              <a:t>Collaborate and innovate for greater future</a:t>
            </a:r>
            <a:endParaRPr/>
          </a:p>
        </p:txBody>
      </p:sp>
      <p:sp>
        <p:nvSpPr>
          <p:cNvPr id="243" name="Google Shape;243;p38"/>
          <p:cNvSpPr/>
          <p:nvPr/>
        </p:nvSpPr>
        <p:spPr>
          <a:xfrm>
            <a:off x="5685820" y="678184"/>
            <a:ext cx="2614614" cy="313801"/>
          </a:xfrm>
          <a:prstGeom prst="rect">
            <a:avLst/>
          </a:prstGeom>
          <a:solidFill>
            <a:srgbClr val="000000"/>
          </a:solidFill>
          <a:ln>
            <a:noFill/>
          </a:ln>
        </p:spPr>
        <p:txBody>
          <a:bodyPr anchorCtr="0" anchor="ctr" bIns="45700" lIns="91425" spcFirstLastPara="1" rIns="91425" wrap="square" tIns="45700">
            <a:noAutofit/>
          </a:bodyPr>
          <a:lstStyle/>
          <a:p>
            <a:pPr indent="0" lvl="0" marL="60319" marR="0" rtl="0" algn="l">
              <a:spcBef>
                <a:spcPts val="0"/>
              </a:spcBef>
              <a:spcAft>
                <a:spcPts val="0"/>
              </a:spcAft>
              <a:buNone/>
            </a:pPr>
            <a:r>
              <a:rPr b="1" lang="en-US" sz="1600">
                <a:solidFill>
                  <a:schemeClr val="lt1"/>
                </a:solidFill>
                <a:latin typeface="Calibri"/>
                <a:ea typeface="Calibri"/>
                <a:cs typeface="Calibri"/>
                <a:sym typeface="Calibri"/>
              </a:rPr>
              <a:t>Headline</a:t>
            </a:r>
            <a:endParaRPr/>
          </a:p>
        </p:txBody>
      </p:sp>
      <p:sp>
        <p:nvSpPr>
          <p:cNvPr id="244" name="Google Shape;244;p38"/>
          <p:cNvSpPr txBox="1"/>
          <p:nvPr/>
        </p:nvSpPr>
        <p:spPr>
          <a:xfrm>
            <a:off x="5782544" y="2641827"/>
            <a:ext cx="3088059" cy="107721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At TCS, we go beyond helping businesses transform through technology. We help them make a meaningful difference.</a:t>
            </a:r>
            <a:endParaRPr sz="1400">
              <a:solidFill>
                <a:schemeClr val="dk1"/>
              </a:solidFill>
              <a:latin typeface="Calibri"/>
              <a:ea typeface="Calibri"/>
              <a:cs typeface="Calibri"/>
              <a:sym typeface="Calibri"/>
            </a:endParaRPr>
          </a:p>
        </p:txBody>
      </p:sp>
      <p:sp>
        <p:nvSpPr>
          <p:cNvPr id="245" name="Google Shape;245;p38"/>
          <p:cNvSpPr/>
          <p:nvPr/>
        </p:nvSpPr>
        <p:spPr>
          <a:xfrm>
            <a:off x="5611742" y="2162627"/>
            <a:ext cx="2237344"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600">
                <a:solidFill>
                  <a:schemeClr val="dk1"/>
                </a:solidFill>
                <a:latin typeface="Calibri"/>
                <a:ea typeface="Calibri"/>
                <a:cs typeface="Calibri"/>
                <a:sym typeface="Calibri"/>
              </a:rPr>
              <a:t>We believe lorem ipsum</a:t>
            </a:r>
            <a:endParaRPr/>
          </a:p>
        </p:txBody>
      </p:sp>
      <p:sp>
        <p:nvSpPr>
          <p:cNvPr id="246" name="Google Shape;246;p38"/>
          <p:cNvSpPr/>
          <p:nvPr/>
        </p:nvSpPr>
        <p:spPr>
          <a:xfrm flipH="1">
            <a:off x="5736825" y="2714800"/>
            <a:ext cx="45719" cy="957026"/>
          </a:xfrm>
          <a:prstGeom prst="roundRect">
            <a:avLst>
              <a:gd fmla="val 50000" name="adj"/>
            </a:avLst>
          </a:prstGeom>
          <a:solidFill>
            <a:srgbClr val="4E84C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rgbClr val="4E84C4"/>
              </a:solidFill>
              <a:latin typeface="Calibri"/>
              <a:ea typeface="Calibri"/>
              <a:cs typeface="Calibri"/>
              <a:sym typeface="Calibri"/>
            </a:endParaRPr>
          </a:p>
        </p:txBody>
      </p:sp>
      <p:pic>
        <p:nvPicPr>
          <p:cNvPr id="247" name="Google Shape;247;p38"/>
          <p:cNvPicPr preferRelativeResize="0"/>
          <p:nvPr/>
        </p:nvPicPr>
        <p:blipFill rotWithShape="1">
          <a:blip r:embed="rId3">
            <a:alphaModFix/>
          </a:blip>
          <a:srcRect b="1656" l="51532" r="28481" t="811"/>
          <a:stretch/>
        </p:blipFill>
        <p:spPr>
          <a:xfrm>
            <a:off x="4185420" y="1032338"/>
            <a:ext cx="1205009" cy="2318181"/>
          </a:xfrm>
          <a:prstGeom prst="rect">
            <a:avLst/>
          </a:prstGeom>
          <a:noFill/>
          <a:ln cap="flat" cmpd="sng" w="9525">
            <a:solidFill>
              <a:srgbClr val="BFBFBF"/>
            </a:solidFill>
            <a:prstDash val="solid"/>
            <a:round/>
            <a:headEnd len="sm" w="sm" type="none"/>
            <a:tailEnd len="sm" w="sm" type="none"/>
          </a:ln>
        </p:spPr>
      </p:pic>
      <p:pic>
        <p:nvPicPr>
          <p:cNvPr id="248" name="Google Shape;248;p38"/>
          <p:cNvPicPr preferRelativeResize="0"/>
          <p:nvPr/>
        </p:nvPicPr>
        <p:blipFill rotWithShape="1">
          <a:blip r:embed="rId4">
            <a:alphaModFix/>
          </a:blip>
          <a:srcRect b="0" l="59501" r="19979" t="0"/>
          <a:stretch/>
        </p:blipFill>
        <p:spPr>
          <a:xfrm>
            <a:off x="2886372" y="1031387"/>
            <a:ext cx="1206670" cy="2318181"/>
          </a:xfrm>
          <a:prstGeom prst="rect">
            <a:avLst/>
          </a:prstGeom>
          <a:noFill/>
          <a:ln cap="flat" cmpd="sng" w="9525">
            <a:solidFill>
              <a:srgbClr val="D8D8D8"/>
            </a:solidFill>
            <a:prstDash val="solid"/>
            <a:round/>
            <a:headEnd len="sm" w="sm" type="none"/>
            <a:tailEnd len="sm" w="sm" type="none"/>
          </a:ln>
        </p:spPr>
      </p:pic>
      <p:pic>
        <p:nvPicPr>
          <p:cNvPr id="249" name="Google Shape;249;p38"/>
          <p:cNvPicPr preferRelativeResize="0"/>
          <p:nvPr/>
        </p:nvPicPr>
        <p:blipFill rotWithShape="1">
          <a:blip r:embed="rId5">
            <a:alphaModFix/>
          </a:blip>
          <a:srcRect b="0" l="32776" r="32776" t="0"/>
          <a:stretch/>
        </p:blipFill>
        <p:spPr>
          <a:xfrm>
            <a:off x="290515" y="1031387"/>
            <a:ext cx="1197281" cy="2318181"/>
          </a:xfrm>
          <a:prstGeom prst="rect">
            <a:avLst/>
          </a:prstGeom>
          <a:noFill/>
          <a:ln cap="flat" cmpd="sng" w="9525">
            <a:solidFill>
              <a:srgbClr val="D8D8D8"/>
            </a:solidFill>
            <a:prstDash val="solid"/>
            <a:round/>
            <a:headEnd len="sm" w="sm" type="none"/>
            <a:tailEnd len="sm" w="sm" type="none"/>
          </a:ln>
        </p:spPr>
      </p:pic>
      <p:pic>
        <p:nvPicPr>
          <p:cNvPr id="250" name="Google Shape;250;p38"/>
          <p:cNvPicPr preferRelativeResize="0"/>
          <p:nvPr/>
        </p:nvPicPr>
        <p:blipFill rotWithShape="1">
          <a:blip r:embed="rId6">
            <a:alphaModFix/>
          </a:blip>
          <a:srcRect b="0" l="32500" r="32500" t="0"/>
          <a:stretch/>
        </p:blipFill>
        <p:spPr>
          <a:xfrm>
            <a:off x="1579678" y="1031387"/>
            <a:ext cx="1214810" cy="2318181"/>
          </a:xfrm>
          <a:prstGeom prst="rect">
            <a:avLst/>
          </a:prstGeom>
          <a:noFill/>
          <a:ln cap="flat" cmpd="sng" w="9525">
            <a:solidFill>
              <a:srgbClr val="BFBFBF"/>
            </a:solidFill>
            <a:prstDash val="solid"/>
            <a:round/>
            <a:headEnd len="sm" w="sm" type="none"/>
            <a:tailEnd len="sm" w="sm" type="none"/>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39"/>
          <p:cNvSpPr txBox="1"/>
          <p:nvPr>
            <p:ph type="title"/>
          </p:nvPr>
        </p:nvSpPr>
        <p:spPr>
          <a:xfrm>
            <a:off x="277813" y="2412398"/>
            <a:ext cx="4018026" cy="316882"/>
          </a:xfrm>
          <a:prstGeom prst="rect">
            <a:avLst/>
          </a:prstGeom>
          <a:noFill/>
          <a:ln>
            <a:noFill/>
          </a:ln>
        </p:spPr>
        <p:txBody>
          <a:bodyPr anchorCtr="0" anchor="ctr" bIns="0" lIns="0" spcFirstLastPara="1" rIns="0" wrap="square" tIns="12050">
            <a:spAutoFit/>
          </a:bodyPr>
          <a:lstStyle/>
          <a:p>
            <a:pPr indent="0" lvl="0" marL="0" rtl="0" algn="l">
              <a:lnSpc>
                <a:spcPct val="90000"/>
              </a:lnSpc>
              <a:spcBef>
                <a:spcPts val="0"/>
              </a:spcBef>
              <a:spcAft>
                <a:spcPts val="0"/>
              </a:spcAft>
              <a:buClr>
                <a:schemeClr val="lt1"/>
              </a:buClr>
              <a:buSzPts val="2200"/>
              <a:buFont typeface="Calibri"/>
              <a:buNone/>
            </a:pPr>
            <a:r>
              <a:rPr lang="en-US"/>
              <a:t>Sample chart layouts &amp; graphics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40"/>
          <p:cNvSpPr/>
          <p:nvPr/>
        </p:nvSpPr>
        <p:spPr>
          <a:xfrm>
            <a:off x="290514" y="987575"/>
            <a:ext cx="2042158" cy="1693317"/>
          </a:xfrm>
          <a:prstGeom prst="rect">
            <a:avLst/>
          </a:prstGeom>
          <a:solidFill>
            <a:schemeClr val="lt1"/>
          </a:solidFill>
          <a:ln cap="flat" cmpd="sng" w="19050">
            <a:solidFill>
              <a:srgbClr val="D8D8D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sp>
        <p:nvSpPr>
          <p:cNvPr id="261" name="Google Shape;261;p40"/>
          <p:cNvSpPr/>
          <p:nvPr/>
        </p:nvSpPr>
        <p:spPr>
          <a:xfrm>
            <a:off x="2415324" y="987575"/>
            <a:ext cx="2107781" cy="1693317"/>
          </a:xfrm>
          <a:prstGeom prst="rect">
            <a:avLst/>
          </a:prstGeom>
          <a:solidFill>
            <a:schemeClr val="lt1"/>
          </a:solidFill>
          <a:ln cap="flat" cmpd="sng" w="19050">
            <a:solidFill>
              <a:srgbClr val="D8D8D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sp>
        <p:nvSpPr>
          <p:cNvPr id="262" name="Google Shape;262;p40"/>
          <p:cNvSpPr/>
          <p:nvPr/>
        </p:nvSpPr>
        <p:spPr>
          <a:xfrm>
            <a:off x="4605755" y="987575"/>
            <a:ext cx="2107781" cy="1693317"/>
          </a:xfrm>
          <a:prstGeom prst="rect">
            <a:avLst/>
          </a:prstGeom>
          <a:solidFill>
            <a:schemeClr val="lt1"/>
          </a:solidFill>
          <a:ln cap="flat" cmpd="sng" w="19050">
            <a:solidFill>
              <a:srgbClr val="D8D8D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sp>
        <p:nvSpPr>
          <p:cNvPr id="263" name="Google Shape;263;p40"/>
          <p:cNvSpPr/>
          <p:nvPr/>
        </p:nvSpPr>
        <p:spPr>
          <a:xfrm>
            <a:off x="6796186" y="987575"/>
            <a:ext cx="2107781" cy="1693317"/>
          </a:xfrm>
          <a:prstGeom prst="rect">
            <a:avLst/>
          </a:prstGeom>
          <a:solidFill>
            <a:schemeClr val="lt1"/>
          </a:solidFill>
          <a:ln cap="flat" cmpd="sng" w="19050">
            <a:solidFill>
              <a:srgbClr val="D8D8D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sp>
        <p:nvSpPr>
          <p:cNvPr id="264" name="Google Shape;264;p40"/>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4E84C4"/>
              </a:buClr>
              <a:buSzPts val="2100"/>
              <a:buFont typeface="Calibri"/>
              <a:buNone/>
            </a:pPr>
            <a:r>
              <a:rPr lang="en-US"/>
              <a:t>Key traits: How to build resilience and adaptability by design </a:t>
            </a:r>
            <a:endParaRPr/>
          </a:p>
        </p:txBody>
      </p:sp>
      <p:sp>
        <p:nvSpPr>
          <p:cNvPr id="265" name="Google Shape;265;p40"/>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p>
            <a:pPr indent="0" lvl="0" marL="0" rtl="0" algn="l">
              <a:spcBef>
                <a:spcPts val="0"/>
              </a:spcBef>
              <a:spcAft>
                <a:spcPts val="0"/>
              </a:spcAft>
              <a:buNone/>
            </a:pPr>
            <a:r>
              <a:rPr lang="en-US"/>
              <a:t>TCS confidential</a:t>
            </a:r>
            <a:endParaRPr/>
          </a:p>
        </p:txBody>
      </p:sp>
      <p:sp>
        <p:nvSpPr>
          <p:cNvPr id="266" name="Google Shape;266;p40"/>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fld id="{00000000-1234-1234-1234-123412341234}" type="slidenum">
              <a:rPr lang="en-US"/>
              <a:t>‹#›</a:t>
            </a:fld>
            <a:endParaRPr/>
          </a:p>
        </p:txBody>
      </p:sp>
      <p:sp>
        <p:nvSpPr>
          <p:cNvPr id="267" name="Google Shape;267;p40"/>
          <p:cNvSpPr/>
          <p:nvPr/>
        </p:nvSpPr>
        <p:spPr>
          <a:xfrm>
            <a:off x="1278783" y="2675590"/>
            <a:ext cx="2107781" cy="1688696"/>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sp>
        <p:nvSpPr>
          <p:cNvPr id="268" name="Google Shape;268;p40"/>
          <p:cNvSpPr/>
          <p:nvPr/>
        </p:nvSpPr>
        <p:spPr>
          <a:xfrm rot="10800000">
            <a:off x="1650450" y="2660471"/>
            <a:ext cx="385308" cy="255768"/>
          </a:xfrm>
          <a:prstGeom prst="triangle">
            <a:avLst>
              <a:gd fmla="val 50000" name="adj"/>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CB336B"/>
              </a:solidFill>
              <a:latin typeface="Calibri"/>
              <a:ea typeface="Calibri"/>
              <a:cs typeface="Calibri"/>
              <a:sym typeface="Calibri"/>
            </a:endParaRPr>
          </a:p>
        </p:txBody>
      </p:sp>
      <p:sp>
        <p:nvSpPr>
          <p:cNvPr id="269" name="Google Shape;269;p40"/>
          <p:cNvSpPr/>
          <p:nvPr/>
        </p:nvSpPr>
        <p:spPr>
          <a:xfrm>
            <a:off x="3469214" y="2675590"/>
            <a:ext cx="2107781" cy="1688696"/>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sp>
        <p:nvSpPr>
          <p:cNvPr id="270" name="Google Shape;270;p40"/>
          <p:cNvSpPr/>
          <p:nvPr/>
        </p:nvSpPr>
        <p:spPr>
          <a:xfrm>
            <a:off x="5659645" y="2675590"/>
            <a:ext cx="2107781" cy="1688696"/>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91">
              <a:solidFill>
                <a:schemeClr val="lt1"/>
              </a:solidFill>
              <a:latin typeface="Calibri"/>
              <a:ea typeface="Calibri"/>
              <a:cs typeface="Calibri"/>
              <a:sym typeface="Calibri"/>
            </a:endParaRPr>
          </a:p>
        </p:txBody>
      </p:sp>
      <p:sp>
        <p:nvSpPr>
          <p:cNvPr id="271" name="Google Shape;271;p40"/>
          <p:cNvSpPr/>
          <p:nvPr/>
        </p:nvSpPr>
        <p:spPr>
          <a:xfrm>
            <a:off x="2681415" y="2435494"/>
            <a:ext cx="385308" cy="255768"/>
          </a:xfrm>
          <a:prstGeom prst="triangle">
            <a:avLst>
              <a:gd fmla="val 50000" name="adj"/>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CB336B"/>
              </a:solidFill>
              <a:latin typeface="Calibri"/>
              <a:ea typeface="Calibri"/>
              <a:cs typeface="Calibri"/>
              <a:sym typeface="Calibri"/>
            </a:endParaRPr>
          </a:p>
        </p:txBody>
      </p:sp>
      <p:sp>
        <p:nvSpPr>
          <p:cNvPr id="272" name="Google Shape;272;p40"/>
          <p:cNvSpPr/>
          <p:nvPr/>
        </p:nvSpPr>
        <p:spPr>
          <a:xfrm rot="10800000">
            <a:off x="3835016" y="2660227"/>
            <a:ext cx="385308" cy="255768"/>
          </a:xfrm>
          <a:prstGeom prst="triangle">
            <a:avLst>
              <a:gd fmla="val 50000" name="adj"/>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CB336B"/>
              </a:solidFill>
              <a:latin typeface="Calibri"/>
              <a:ea typeface="Calibri"/>
              <a:cs typeface="Calibri"/>
              <a:sym typeface="Calibri"/>
            </a:endParaRPr>
          </a:p>
        </p:txBody>
      </p:sp>
      <p:sp>
        <p:nvSpPr>
          <p:cNvPr id="273" name="Google Shape;273;p40"/>
          <p:cNvSpPr/>
          <p:nvPr/>
        </p:nvSpPr>
        <p:spPr>
          <a:xfrm>
            <a:off x="4865981" y="2434142"/>
            <a:ext cx="385308" cy="255768"/>
          </a:xfrm>
          <a:prstGeom prst="triangle">
            <a:avLst>
              <a:gd fmla="val 50000" name="adj"/>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CB336B"/>
              </a:solidFill>
              <a:latin typeface="Calibri"/>
              <a:ea typeface="Calibri"/>
              <a:cs typeface="Calibri"/>
              <a:sym typeface="Calibri"/>
            </a:endParaRPr>
          </a:p>
        </p:txBody>
      </p:sp>
      <p:sp>
        <p:nvSpPr>
          <p:cNvPr id="274" name="Google Shape;274;p40"/>
          <p:cNvSpPr/>
          <p:nvPr/>
        </p:nvSpPr>
        <p:spPr>
          <a:xfrm rot="10800000">
            <a:off x="6040848" y="2668400"/>
            <a:ext cx="385308" cy="255768"/>
          </a:xfrm>
          <a:prstGeom prst="triangle">
            <a:avLst>
              <a:gd fmla="val 50000" name="adj"/>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CB336B"/>
              </a:solidFill>
              <a:latin typeface="Calibri"/>
              <a:ea typeface="Calibri"/>
              <a:cs typeface="Calibri"/>
              <a:sym typeface="Calibri"/>
            </a:endParaRPr>
          </a:p>
        </p:txBody>
      </p:sp>
      <p:sp>
        <p:nvSpPr>
          <p:cNvPr id="275" name="Google Shape;275;p40"/>
          <p:cNvSpPr/>
          <p:nvPr/>
        </p:nvSpPr>
        <p:spPr>
          <a:xfrm>
            <a:off x="7071813" y="2443423"/>
            <a:ext cx="385308" cy="255768"/>
          </a:xfrm>
          <a:prstGeom prst="triangle">
            <a:avLst>
              <a:gd fmla="val 50000" name="adj"/>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CB336B"/>
              </a:solidFill>
              <a:latin typeface="Calibri"/>
              <a:ea typeface="Calibri"/>
              <a:cs typeface="Calibri"/>
              <a:sym typeface="Calibri"/>
            </a:endParaRPr>
          </a:p>
        </p:txBody>
      </p:sp>
      <p:sp>
        <p:nvSpPr>
          <p:cNvPr id="276" name="Google Shape;276;p40"/>
          <p:cNvSpPr/>
          <p:nvPr/>
        </p:nvSpPr>
        <p:spPr>
          <a:xfrm>
            <a:off x="729124" y="1110739"/>
            <a:ext cx="1091646"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600">
                <a:solidFill>
                  <a:schemeClr val="dk1"/>
                </a:solidFill>
                <a:latin typeface="Calibri"/>
                <a:ea typeface="Calibri"/>
                <a:cs typeface="Calibri"/>
                <a:sym typeface="Calibri"/>
              </a:rPr>
              <a:t>Leadership</a:t>
            </a:r>
            <a:endParaRPr/>
          </a:p>
        </p:txBody>
      </p:sp>
      <p:sp>
        <p:nvSpPr>
          <p:cNvPr id="277" name="Google Shape;277;p40"/>
          <p:cNvSpPr/>
          <p:nvPr/>
        </p:nvSpPr>
        <p:spPr>
          <a:xfrm>
            <a:off x="2930958" y="1110739"/>
            <a:ext cx="1076513"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600">
                <a:solidFill>
                  <a:schemeClr val="dk1"/>
                </a:solidFill>
                <a:latin typeface="Calibri"/>
                <a:ea typeface="Calibri"/>
                <a:cs typeface="Calibri"/>
                <a:sym typeface="Calibri"/>
              </a:rPr>
              <a:t>Innovation</a:t>
            </a:r>
            <a:endParaRPr/>
          </a:p>
        </p:txBody>
      </p:sp>
      <p:sp>
        <p:nvSpPr>
          <p:cNvPr id="278" name="Google Shape;278;p40"/>
          <p:cNvSpPr/>
          <p:nvPr/>
        </p:nvSpPr>
        <p:spPr>
          <a:xfrm>
            <a:off x="4764222" y="1110739"/>
            <a:ext cx="1790842"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600">
                <a:solidFill>
                  <a:schemeClr val="dk1"/>
                </a:solidFill>
                <a:latin typeface="Calibri"/>
                <a:ea typeface="Calibri"/>
                <a:cs typeface="Calibri"/>
                <a:sym typeface="Calibri"/>
              </a:rPr>
              <a:t>Ecosystem mindset</a:t>
            </a:r>
            <a:endParaRPr/>
          </a:p>
        </p:txBody>
      </p:sp>
      <p:sp>
        <p:nvSpPr>
          <p:cNvPr id="279" name="Google Shape;279;p40"/>
          <p:cNvSpPr/>
          <p:nvPr/>
        </p:nvSpPr>
        <p:spPr>
          <a:xfrm>
            <a:off x="7236757" y="1110739"/>
            <a:ext cx="1136850"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600">
                <a:solidFill>
                  <a:schemeClr val="dk1"/>
                </a:solidFill>
                <a:latin typeface="Calibri"/>
                <a:ea typeface="Calibri"/>
                <a:cs typeface="Calibri"/>
                <a:sym typeface="Calibri"/>
              </a:rPr>
              <a:t>Sustainable</a:t>
            </a:r>
            <a:endParaRPr/>
          </a:p>
        </p:txBody>
      </p:sp>
      <p:sp>
        <p:nvSpPr>
          <p:cNvPr id="280" name="Google Shape;280;p40"/>
          <p:cNvSpPr/>
          <p:nvPr/>
        </p:nvSpPr>
        <p:spPr>
          <a:xfrm>
            <a:off x="1386224" y="3013040"/>
            <a:ext cx="1926426"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600">
                <a:solidFill>
                  <a:srgbClr val="FFFFFF"/>
                </a:solidFill>
                <a:latin typeface="Calibri"/>
                <a:ea typeface="Calibri"/>
                <a:cs typeface="Calibri"/>
                <a:sym typeface="Calibri"/>
              </a:rPr>
              <a:t>Organizational agility</a:t>
            </a:r>
            <a:endParaRPr/>
          </a:p>
        </p:txBody>
      </p:sp>
      <p:sp>
        <p:nvSpPr>
          <p:cNvPr id="281" name="Google Shape;281;p40"/>
          <p:cNvSpPr/>
          <p:nvPr/>
        </p:nvSpPr>
        <p:spPr>
          <a:xfrm>
            <a:off x="4090688" y="3056751"/>
            <a:ext cx="962636"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600">
                <a:solidFill>
                  <a:srgbClr val="FFFFFF"/>
                </a:solidFill>
                <a:latin typeface="Calibri"/>
                <a:ea typeface="Calibri"/>
                <a:cs typeface="Calibri"/>
                <a:sym typeface="Calibri"/>
              </a:rPr>
              <a:t>Structure</a:t>
            </a:r>
            <a:endParaRPr/>
          </a:p>
        </p:txBody>
      </p:sp>
      <p:sp>
        <p:nvSpPr>
          <p:cNvPr id="282" name="Google Shape;282;p40"/>
          <p:cNvSpPr/>
          <p:nvPr/>
        </p:nvSpPr>
        <p:spPr>
          <a:xfrm>
            <a:off x="5907579" y="3047460"/>
            <a:ext cx="1608325"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600">
                <a:solidFill>
                  <a:srgbClr val="FFFFFF"/>
                </a:solidFill>
                <a:latin typeface="Calibri"/>
                <a:ea typeface="Calibri"/>
                <a:cs typeface="Calibri"/>
                <a:sym typeface="Calibri"/>
              </a:rPr>
              <a:t>Customer centric</a:t>
            </a:r>
            <a:endParaRPr/>
          </a:p>
        </p:txBody>
      </p:sp>
      <p:sp>
        <p:nvSpPr>
          <p:cNvPr id="283" name="Google Shape;283;p40"/>
          <p:cNvSpPr/>
          <p:nvPr/>
        </p:nvSpPr>
        <p:spPr>
          <a:xfrm>
            <a:off x="1115640" y="1740814"/>
            <a:ext cx="1184044"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Technology</a:t>
            </a:r>
            <a:endParaRPr/>
          </a:p>
        </p:txBody>
      </p:sp>
      <p:sp>
        <p:nvSpPr>
          <p:cNvPr id="284" name="Google Shape;284;p40"/>
          <p:cNvSpPr/>
          <p:nvPr/>
        </p:nvSpPr>
        <p:spPr>
          <a:xfrm>
            <a:off x="2243983" y="3538582"/>
            <a:ext cx="1082653"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rgbClr val="FFFFFF"/>
                </a:solidFill>
                <a:latin typeface="Calibri"/>
                <a:ea typeface="Calibri"/>
                <a:cs typeface="Calibri"/>
                <a:sym typeface="Calibri"/>
              </a:rPr>
              <a:t>Culture</a:t>
            </a:r>
            <a:endParaRPr/>
          </a:p>
        </p:txBody>
      </p:sp>
      <p:sp>
        <p:nvSpPr>
          <p:cNvPr id="285" name="Google Shape;285;p40"/>
          <p:cNvSpPr/>
          <p:nvPr/>
        </p:nvSpPr>
        <p:spPr>
          <a:xfrm>
            <a:off x="3430654" y="1740812"/>
            <a:ext cx="1290738"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Mindset</a:t>
            </a:r>
            <a:endParaRPr/>
          </a:p>
        </p:txBody>
      </p:sp>
      <p:sp>
        <p:nvSpPr>
          <p:cNvPr id="286" name="Google Shape;286;p40"/>
          <p:cNvSpPr/>
          <p:nvPr/>
        </p:nvSpPr>
        <p:spPr>
          <a:xfrm>
            <a:off x="5417057" y="1740814"/>
            <a:ext cx="1296477"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Collaborative</a:t>
            </a:r>
            <a:endParaRPr/>
          </a:p>
        </p:txBody>
      </p:sp>
      <p:sp>
        <p:nvSpPr>
          <p:cNvPr id="287" name="Google Shape;287;p40"/>
          <p:cNvSpPr/>
          <p:nvPr/>
        </p:nvSpPr>
        <p:spPr>
          <a:xfrm>
            <a:off x="7705315" y="1740814"/>
            <a:ext cx="1336586"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Responsible</a:t>
            </a:r>
            <a:endParaRPr/>
          </a:p>
        </p:txBody>
      </p:sp>
      <p:sp>
        <p:nvSpPr>
          <p:cNvPr id="288" name="Google Shape;288;p40"/>
          <p:cNvSpPr/>
          <p:nvPr/>
        </p:nvSpPr>
        <p:spPr>
          <a:xfrm>
            <a:off x="4433504" y="3538582"/>
            <a:ext cx="1143491"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rgbClr val="FFFFFF"/>
                </a:solidFill>
                <a:latin typeface="Calibri"/>
                <a:ea typeface="Calibri"/>
                <a:cs typeface="Calibri"/>
                <a:sym typeface="Calibri"/>
              </a:rPr>
              <a:t>Modular</a:t>
            </a:r>
            <a:endParaRPr/>
          </a:p>
        </p:txBody>
      </p:sp>
      <p:sp>
        <p:nvSpPr>
          <p:cNvPr id="289" name="Google Shape;289;p40"/>
          <p:cNvSpPr/>
          <p:nvPr/>
        </p:nvSpPr>
        <p:spPr>
          <a:xfrm>
            <a:off x="6558183" y="3538582"/>
            <a:ext cx="1267642"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rgbClr val="FFFFFF"/>
                </a:solidFill>
                <a:latin typeface="Calibri"/>
                <a:ea typeface="Calibri"/>
                <a:cs typeface="Calibri"/>
                <a:sym typeface="Calibri"/>
              </a:rPr>
              <a:t>Proactive</a:t>
            </a:r>
            <a:endParaRPr/>
          </a:p>
        </p:txBody>
      </p:sp>
      <p:pic>
        <p:nvPicPr>
          <p:cNvPr id="290" name="Google Shape;290;p40"/>
          <p:cNvPicPr preferRelativeResize="0"/>
          <p:nvPr/>
        </p:nvPicPr>
        <p:blipFill rotWithShape="1">
          <a:blip r:embed="rId3">
            <a:alphaModFix/>
          </a:blip>
          <a:srcRect b="0" l="0" r="0" t="0"/>
          <a:stretch/>
        </p:blipFill>
        <p:spPr>
          <a:xfrm>
            <a:off x="4837030" y="1680688"/>
            <a:ext cx="540014" cy="540014"/>
          </a:xfrm>
          <a:prstGeom prst="rect">
            <a:avLst/>
          </a:prstGeom>
          <a:noFill/>
          <a:ln>
            <a:noFill/>
          </a:ln>
        </p:spPr>
      </p:pic>
      <p:pic>
        <p:nvPicPr>
          <p:cNvPr id="291" name="Google Shape;291;p40"/>
          <p:cNvPicPr preferRelativeResize="0"/>
          <p:nvPr/>
        </p:nvPicPr>
        <p:blipFill rotWithShape="1">
          <a:blip r:embed="rId4">
            <a:alphaModFix/>
          </a:blip>
          <a:srcRect b="0" l="0" r="0" t="0"/>
          <a:stretch/>
        </p:blipFill>
        <p:spPr>
          <a:xfrm>
            <a:off x="7057483" y="1679092"/>
            <a:ext cx="514764" cy="514764"/>
          </a:xfrm>
          <a:prstGeom prst="rect">
            <a:avLst/>
          </a:prstGeom>
          <a:noFill/>
          <a:ln>
            <a:noFill/>
          </a:ln>
        </p:spPr>
      </p:pic>
      <p:pic>
        <p:nvPicPr>
          <p:cNvPr id="292" name="Google Shape;292;p40"/>
          <p:cNvPicPr preferRelativeResize="0"/>
          <p:nvPr/>
        </p:nvPicPr>
        <p:blipFill rotWithShape="1">
          <a:blip r:embed="rId5">
            <a:alphaModFix/>
          </a:blip>
          <a:srcRect b="0" l="0" r="0" t="0"/>
          <a:stretch/>
        </p:blipFill>
        <p:spPr>
          <a:xfrm>
            <a:off x="1507246" y="3458542"/>
            <a:ext cx="495872" cy="495872"/>
          </a:xfrm>
          <a:prstGeom prst="rect">
            <a:avLst/>
          </a:prstGeom>
          <a:noFill/>
          <a:ln>
            <a:noFill/>
          </a:ln>
        </p:spPr>
      </p:pic>
      <p:pic>
        <p:nvPicPr>
          <p:cNvPr id="293" name="Google Shape;293;p40"/>
          <p:cNvPicPr preferRelativeResize="0"/>
          <p:nvPr/>
        </p:nvPicPr>
        <p:blipFill rotWithShape="1">
          <a:blip r:embed="rId6">
            <a:alphaModFix/>
          </a:blip>
          <a:srcRect b="0" l="0" r="0" t="0"/>
          <a:stretch/>
        </p:blipFill>
        <p:spPr>
          <a:xfrm>
            <a:off x="434934" y="1746438"/>
            <a:ext cx="550720" cy="550720"/>
          </a:xfrm>
          <a:prstGeom prst="rect">
            <a:avLst/>
          </a:prstGeom>
          <a:noFill/>
          <a:ln>
            <a:noFill/>
          </a:ln>
        </p:spPr>
      </p:pic>
      <p:pic>
        <p:nvPicPr>
          <p:cNvPr id="294" name="Google Shape;294;p40"/>
          <p:cNvPicPr preferRelativeResize="0"/>
          <p:nvPr/>
        </p:nvPicPr>
        <p:blipFill rotWithShape="1">
          <a:blip r:embed="rId7">
            <a:alphaModFix/>
          </a:blip>
          <a:srcRect b="0" l="0" r="0" t="0"/>
          <a:stretch/>
        </p:blipFill>
        <p:spPr>
          <a:xfrm>
            <a:off x="2687739" y="1651023"/>
            <a:ext cx="520768" cy="520768"/>
          </a:xfrm>
          <a:prstGeom prst="rect">
            <a:avLst/>
          </a:prstGeom>
          <a:noFill/>
          <a:ln>
            <a:noFill/>
          </a:ln>
        </p:spPr>
      </p:pic>
      <p:pic>
        <p:nvPicPr>
          <p:cNvPr id="295" name="Google Shape;295;p40"/>
          <p:cNvPicPr preferRelativeResize="0"/>
          <p:nvPr/>
        </p:nvPicPr>
        <p:blipFill rotWithShape="1">
          <a:blip r:embed="rId8">
            <a:alphaModFix/>
          </a:blip>
          <a:srcRect b="0" l="0" r="0" t="0"/>
          <a:stretch/>
        </p:blipFill>
        <p:spPr>
          <a:xfrm>
            <a:off x="5944798" y="3474256"/>
            <a:ext cx="492104" cy="492104"/>
          </a:xfrm>
          <a:prstGeom prst="rect">
            <a:avLst/>
          </a:prstGeom>
          <a:noFill/>
          <a:ln>
            <a:noFill/>
          </a:ln>
        </p:spPr>
      </p:pic>
      <p:pic>
        <p:nvPicPr>
          <p:cNvPr id="296" name="Google Shape;296;p40"/>
          <p:cNvPicPr preferRelativeResize="0"/>
          <p:nvPr/>
        </p:nvPicPr>
        <p:blipFill rotWithShape="1">
          <a:blip r:embed="rId9">
            <a:alphaModFix/>
          </a:blip>
          <a:srcRect b="0" l="0" r="0" t="0"/>
          <a:stretch/>
        </p:blipFill>
        <p:spPr>
          <a:xfrm>
            <a:off x="3753293" y="3397608"/>
            <a:ext cx="483813" cy="55770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1"/>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4E84C4"/>
              </a:buClr>
              <a:buSzPts val="2100"/>
              <a:buFont typeface="Calibri"/>
              <a:buNone/>
            </a:pPr>
            <a:r>
              <a:rPr lang="en-US"/>
              <a:t>Mobility ecosystem makes it happen</a:t>
            </a:r>
            <a:endParaRPr/>
          </a:p>
        </p:txBody>
      </p:sp>
      <p:sp>
        <p:nvSpPr>
          <p:cNvPr id="302" name="Google Shape;302;p41"/>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p>
            <a:pPr indent="0" lvl="0" marL="0" rtl="0" algn="l">
              <a:spcBef>
                <a:spcPts val="0"/>
              </a:spcBef>
              <a:spcAft>
                <a:spcPts val="0"/>
              </a:spcAft>
              <a:buNone/>
            </a:pPr>
            <a:r>
              <a:rPr lang="en-US"/>
              <a:t>TCS confidential</a:t>
            </a:r>
            <a:endParaRPr/>
          </a:p>
        </p:txBody>
      </p:sp>
      <p:sp>
        <p:nvSpPr>
          <p:cNvPr id="303" name="Google Shape;303;p41"/>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fld id="{00000000-1234-1234-1234-123412341234}" type="slidenum">
              <a:rPr lang="en-US"/>
              <a:t>‹#›</a:t>
            </a:fld>
            <a:endParaRPr/>
          </a:p>
        </p:txBody>
      </p:sp>
      <p:sp>
        <p:nvSpPr>
          <p:cNvPr id="304" name="Google Shape;304;p41"/>
          <p:cNvSpPr/>
          <p:nvPr/>
        </p:nvSpPr>
        <p:spPr>
          <a:xfrm>
            <a:off x="0" y="3209493"/>
            <a:ext cx="9144000" cy="1075428"/>
          </a:xfrm>
          <a:prstGeom prst="rect">
            <a:avLst/>
          </a:prstGeom>
          <a:solidFill>
            <a:srgbClr val="BFBFBF">
              <a:alpha val="43921"/>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2F2F2"/>
              </a:solidFill>
              <a:latin typeface="Calibri"/>
              <a:ea typeface="Calibri"/>
              <a:cs typeface="Calibri"/>
              <a:sym typeface="Calibri"/>
            </a:endParaRPr>
          </a:p>
        </p:txBody>
      </p:sp>
      <p:sp>
        <p:nvSpPr>
          <p:cNvPr id="305" name="Google Shape;305;p41"/>
          <p:cNvSpPr/>
          <p:nvPr/>
        </p:nvSpPr>
        <p:spPr>
          <a:xfrm>
            <a:off x="782509" y="3378913"/>
            <a:ext cx="7386074" cy="830997"/>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i="1" lang="en-US" sz="1600">
                <a:solidFill>
                  <a:schemeClr val="dk1"/>
                </a:solidFill>
                <a:latin typeface="Calibri"/>
                <a:ea typeface="Calibri"/>
                <a:cs typeface="Calibri"/>
                <a:sym typeface="Calibri"/>
              </a:rPr>
              <a:t>As movement is becoming more and more global in nature, multimodal is going to be key and to make it more seamless and efficient, the barriers between the modes and parties involved will be removed and boundaries will be blurred</a:t>
            </a:r>
            <a:endParaRPr/>
          </a:p>
        </p:txBody>
      </p:sp>
      <p:sp>
        <p:nvSpPr>
          <p:cNvPr id="306" name="Google Shape;306;p41"/>
          <p:cNvSpPr/>
          <p:nvPr/>
        </p:nvSpPr>
        <p:spPr>
          <a:xfrm>
            <a:off x="604348" y="1208170"/>
            <a:ext cx="3567816" cy="830997"/>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1600">
                <a:solidFill>
                  <a:schemeClr val="dk1"/>
                </a:solidFill>
                <a:latin typeface="Calibri"/>
                <a:ea typeface="Calibri"/>
                <a:cs typeface="Calibri"/>
                <a:sym typeface="Calibri"/>
              </a:rPr>
              <a:t>Blurring the boundaries for </a:t>
            </a:r>
            <a:endParaRPr/>
          </a:p>
          <a:p>
            <a:pPr indent="0" lvl="0" marL="0" marR="0" rtl="0" algn="ctr">
              <a:spcBef>
                <a:spcPts val="0"/>
              </a:spcBef>
              <a:spcAft>
                <a:spcPts val="0"/>
              </a:spcAft>
              <a:buNone/>
            </a:pPr>
            <a:r>
              <a:rPr b="1" lang="en-US" sz="1600">
                <a:solidFill>
                  <a:schemeClr val="dk1"/>
                </a:solidFill>
                <a:latin typeface="Calibri"/>
                <a:ea typeface="Calibri"/>
                <a:cs typeface="Calibri"/>
                <a:sym typeface="Calibri"/>
              </a:rPr>
              <a:t>end-to-end value chain will </a:t>
            </a:r>
            <a:endParaRPr/>
          </a:p>
          <a:p>
            <a:pPr indent="0" lvl="0" marL="0" marR="0" rtl="0" algn="ctr">
              <a:spcBef>
                <a:spcPts val="0"/>
              </a:spcBef>
              <a:spcAft>
                <a:spcPts val="0"/>
              </a:spcAft>
              <a:buNone/>
            </a:pPr>
            <a:r>
              <a:rPr b="1" lang="en-US" sz="1600">
                <a:solidFill>
                  <a:schemeClr val="dk1"/>
                </a:solidFill>
                <a:latin typeface="Calibri"/>
                <a:ea typeface="Calibri"/>
                <a:cs typeface="Calibri"/>
                <a:sym typeface="Calibri"/>
              </a:rPr>
              <a:t>be the norm</a:t>
            </a:r>
            <a:endParaRPr/>
          </a:p>
        </p:txBody>
      </p:sp>
      <p:sp>
        <p:nvSpPr>
          <p:cNvPr id="307" name="Google Shape;307;p41"/>
          <p:cNvSpPr/>
          <p:nvPr/>
        </p:nvSpPr>
        <p:spPr>
          <a:xfrm>
            <a:off x="945376" y="2005975"/>
            <a:ext cx="2712224" cy="584775"/>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600">
                <a:solidFill>
                  <a:srgbClr val="4E84C4"/>
                </a:solidFill>
                <a:latin typeface="Calibri"/>
                <a:ea typeface="Calibri"/>
                <a:cs typeface="Calibri"/>
                <a:sym typeface="Calibri"/>
              </a:rPr>
              <a:t>…mutually helping each other in the ecosystem</a:t>
            </a:r>
            <a:endParaRPr/>
          </a:p>
        </p:txBody>
      </p:sp>
      <p:sp>
        <p:nvSpPr>
          <p:cNvPr id="308" name="Google Shape;308;p41"/>
          <p:cNvSpPr/>
          <p:nvPr/>
        </p:nvSpPr>
        <p:spPr>
          <a:xfrm>
            <a:off x="5337076" y="1131883"/>
            <a:ext cx="2956322" cy="830997"/>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1600">
                <a:solidFill>
                  <a:schemeClr val="dk1"/>
                </a:solidFill>
                <a:latin typeface="Calibri"/>
                <a:ea typeface="Calibri"/>
                <a:cs typeface="Calibri"/>
                <a:sym typeface="Calibri"/>
              </a:rPr>
              <a:t>Smart operations to leverage maximum space across modes for bringing in efficiency</a:t>
            </a:r>
            <a:endParaRPr/>
          </a:p>
        </p:txBody>
      </p:sp>
      <p:sp>
        <p:nvSpPr>
          <p:cNvPr id="309" name="Google Shape;309;p41"/>
          <p:cNvSpPr/>
          <p:nvPr/>
        </p:nvSpPr>
        <p:spPr>
          <a:xfrm>
            <a:off x="5474513" y="2011726"/>
            <a:ext cx="2563705" cy="584775"/>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600">
                <a:solidFill>
                  <a:srgbClr val="4E84C4"/>
                </a:solidFill>
                <a:latin typeface="Calibri"/>
                <a:ea typeface="Calibri"/>
                <a:cs typeface="Calibri"/>
                <a:sym typeface="Calibri"/>
              </a:rPr>
              <a:t>…optimization playing by the </a:t>
            </a:r>
            <a:endParaRPr/>
          </a:p>
          <a:p>
            <a:pPr indent="0" lvl="0" marL="0" marR="0" rtl="0" algn="ctr">
              <a:spcBef>
                <a:spcPts val="0"/>
              </a:spcBef>
              <a:spcAft>
                <a:spcPts val="0"/>
              </a:spcAft>
              <a:buNone/>
            </a:pPr>
            <a:r>
              <a:rPr lang="en-US" sz="1600">
                <a:solidFill>
                  <a:srgbClr val="4E84C4"/>
                </a:solidFill>
                <a:latin typeface="Calibri"/>
                <a:ea typeface="Calibri"/>
                <a:cs typeface="Calibri"/>
                <a:sym typeface="Calibri"/>
              </a:rPr>
              <a:t>strength of ecosystem</a:t>
            </a:r>
            <a:endParaRPr/>
          </a:p>
        </p:txBody>
      </p:sp>
      <p:sp>
        <p:nvSpPr>
          <p:cNvPr id="310" name="Google Shape;310;p41"/>
          <p:cNvSpPr/>
          <p:nvPr/>
        </p:nvSpPr>
        <p:spPr>
          <a:xfrm>
            <a:off x="0" y="2893575"/>
            <a:ext cx="9144000" cy="38419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2F2F2"/>
              </a:solidFill>
              <a:latin typeface="Calibri"/>
              <a:ea typeface="Calibri"/>
              <a:cs typeface="Calibri"/>
              <a:sym typeface="Calibri"/>
            </a:endParaRPr>
          </a:p>
        </p:txBody>
      </p:sp>
      <p:sp>
        <p:nvSpPr>
          <p:cNvPr id="311" name="Google Shape;311;p41"/>
          <p:cNvSpPr txBox="1"/>
          <p:nvPr/>
        </p:nvSpPr>
        <p:spPr>
          <a:xfrm>
            <a:off x="2817954" y="2913223"/>
            <a:ext cx="3708010"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600">
                <a:solidFill>
                  <a:schemeClr val="lt2"/>
                </a:solidFill>
                <a:latin typeface="Calibri"/>
                <a:ea typeface="Calibri"/>
                <a:cs typeface="Calibri"/>
                <a:sym typeface="Calibri"/>
              </a:rPr>
              <a:t>Multi-modal logistic</a:t>
            </a:r>
            <a:endParaRPr/>
          </a:p>
        </p:txBody>
      </p:sp>
      <p:sp>
        <p:nvSpPr>
          <p:cNvPr id="312" name="Google Shape;312;p41"/>
          <p:cNvSpPr/>
          <p:nvPr/>
        </p:nvSpPr>
        <p:spPr>
          <a:xfrm>
            <a:off x="4098767" y="1559109"/>
            <a:ext cx="1093581" cy="1090116"/>
          </a:xfrm>
          <a:prstGeom prst="flowChartConnector">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2F2F2"/>
              </a:solidFill>
              <a:latin typeface="Calibri"/>
              <a:ea typeface="Calibri"/>
              <a:cs typeface="Calibri"/>
              <a:sym typeface="Calibri"/>
            </a:endParaRPr>
          </a:p>
        </p:txBody>
      </p:sp>
      <p:pic>
        <p:nvPicPr>
          <p:cNvPr descr="A picture containing icon&#10;&#10;Description automatically generated" id="313" name="Google Shape;313;p41"/>
          <p:cNvPicPr preferRelativeResize="0"/>
          <p:nvPr/>
        </p:nvPicPr>
        <p:blipFill rotWithShape="1">
          <a:blip r:embed="rId3">
            <a:alphaModFix/>
          </a:blip>
          <a:srcRect b="20237" l="20830" r="15073" t="20600"/>
          <a:stretch/>
        </p:blipFill>
        <p:spPr>
          <a:xfrm>
            <a:off x="4281867" y="1724231"/>
            <a:ext cx="762712" cy="70399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grpSp>
        <p:nvGrpSpPr>
          <p:cNvPr id="318" name="Google Shape;318;p42"/>
          <p:cNvGrpSpPr/>
          <p:nvPr/>
        </p:nvGrpSpPr>
        <p:grpSpPr>
          <a:xfrm>
            <a:off x="294718" y="3087350"/>
            <a:ext cx="4349291" cy="1304844"/>
            <a:chOff x="283130" y="3087350"/>
            <a:chExt cx="3244058" cy="1304844"/>
          </a:xfrm>
        </p:grpSpPr>
        <p:sp>
          <p:nvSpPr>
            <p:cNvPr id="319" name="Google Shape;319;p42"/>
            <p:cNvSpPr txBox="1"/>
            <p:nvPr/>
          </p:nvSpPr>
          <p:spPr>
            <a:xfrm>
              <a:off x="502763" y="3087350"/>
              <a:ext cx="3024425" cy="1304844"/>
            </a:xfrm>
            <a:prstGeom prst="rect">
              <a:avLst/>
            </a:prstGeom>
            <a:noFill/>
            <a:ln>
              <a:noFill/>
            </a:ln>
          </p:spPr>
          <p:txBody>
            <a:bodyPr anchorCtr="0" anchor="ctr" bIns="0" lIns="0" spcFirstLastPara="1" rIns="0" wrap="square" tIns="12050">
              <a:spAutoFit/>
            </a:bodyPr>
            <a:lstStyle/>
            <a:p>
              <a:pPr indent="0" lvl="0" marL="0" marR="0" rtl="0" algn="l">
                <a:spcBef>
                  <a:spcPts val="0"/>
                </a:spcBef>
                <a:spcAft>
                  <a:spcPts val="0"/>
                </a:spcAft>
                <a:buNone/>
              </a:pPr>
              <a:r>
                <a:rPr b="0" i="0" lang="en-US" sz="2800">
                  <a:solidFill>
                    <a:srgbClr val="F4F3F9"/>
                  </a:solidFill>
                  <a:latin typeface="Calibri"/>
                  <a:ea typeface="Calibri"/>
                  <a:cs typeface="Calibri"/>
                  <a:sym typeface="Calibri"/>
                </a:rPr>
                <a:t>Digital transformation requires a </a:t>
              </a:r>
              <a:r>
                <a:rPr b="0" i="0" lang="en-US" sz="2800">
                  <a:solidFill>
                    <a:srgbClr val="4E84C4"/>
                  </a:solidFill>
                  <a:latin typeface="Calibri"/>
                  <a:ea typeface="Calibri"/>
                  <a:cs typeface="Calibri"/>
                  <a:sym typeface="Calibri"/>
                </a:rPr>
                <a:t>holistic approach </a:t>
              </a:r>
              <a:r>
                <a:rPr b="0" i="0" lang="en-US" sz="2800">
                  <a:solidFill>
                    <a:srgbClr val="F4F3F9"/>
                  </a:solidFill>
                  <a:latin typeface="Calibri"/>
                  <a:ea typeface="Calibri"/>
                  <a:cs typeface="Calibri"/>
                  <a:sym typeface="Calibri"/>
                </a:rPr>
                <a:t>with </a:t>
              </a:r>
              <a:r>
                <a:rPr b="0" i="0" lang="en-US" sz="2800">
                  <a:solidFill>
                    <a:srgbClr val="4E84C4"/>
                  </a:solidFill>
                  <a:latin typeface="Calibri"/>
                  <a:ea typeface="Calibri"/>
                  <a:cs typeface="Calibri"/>
                  <a:sym typeface="Calibri"/>
                </a:rPr>
                <a:t>intelligent</a:t>
              </a:r>
              <a:r>
                <a:rPr b="0" i="0" lang="en-US" sz="2800">
                  <a:solidFill>
                    <a:srgbClr val="F4F3F9"/>
                  </a:solidFill>
                  <a:latin typeface="Calibri"/>
                  <a:ea typeface="Calibri"/>
                  <a:cs typeface="Calibri"/>
                  <a:sym typeface="Calibri"/>
                </a:rPr>
                <a:t> solutions</a:t>
              </a:r>
              <a:endParaRPr/>
            </a:p>
          </p:txBody>
        </p:sp>
        <p:sp>
          <p:nvSpPr>
            <p:cNvPr id="320" name="Google Shape;320;p42"/>
            <p:cNvSpPr/>
            <p:nvPr/>
          </p:nvSpPr>
          <p:spPr>
            <a:xfrm>
              <a:off x="283130" y="3147814"/>
              <a:ext cx="45719" cy="1215852"/>
            </a:xfrm>
            <a:prstGeom prst="roundRect">
              <a:avLst>
                <a:gd fmla="val 50000" name="adj"/>
              </a:avLst>
            </a:prstGeom>
            <a:solidFill>
              <a:srgbClr val="4E84C4"/>
            </a:solid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372">
                <a:solidFill>
                  <a:srgbClr val="000000"/>
                </a:solidFill>
                <a:latin typeface="Calibri"/>
                <a:ea typeface="Calibri"/>
                <a:cs typeface="Calibri"/>
                <a:sym typeface="Calibri"/>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43"/>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4E84C4"/>
              </a:buClr>
              <a:buSzPts val="2100"/>
              <a:buFont typeface="Calibri"/>
              <a:buNone/>
            </a:pPr>
            <a:r>
              <a:rPr lang="en-US"/>
              <a:t>Resilience</a:t>
            </a:r>
            <a:endParaRPr/>
          </a:p>
        </p:txBody>
      </p:sp>
      <p:sp>
        <p:nvSpPr>
          <p:cNvPr id="326" name="Google Shape;326;p43"/>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p>
            <a:pPr indent="0" lvl="0" marL="0" rtl="0" algn="l">
              <a:spcBef>
                <a:spcPts val="0"/>
              </a:spcBef>
              <a:spcAft>
                <a:spcPts val="0"/>
              </a:spcAft>
              <a:buNone/>
            </a:pPr>
            <a:r>
              <a:rPr lang="en-US"/>
              <a:t>TCS confidential</a:t>
            </a:r>
            <a:endParaRPr/>
          </a:p>
        </p:txBody>
      </p:sp>
      <p:sp>
        <p:nvSpPr>
          <p:cNvPr id="327" name="Google Shape;327;p43"/>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fld id="{00000000-1234-1234-1234-123412341234}" type="slidenum">
              <a:rPr lang="en-US"/>
              <a:t>‹#›</a:t>
            </a:fld>
            <a:endParaRPr/>
          </a:p>
        </p:txBody>
      </p:sp>
      <p:sp>
        <p:nvSpPr>
          <p:cNvPr id="328" name="Google Shape;328;p43"/>
          <p:cNvSpPr/>
          <p:nvPr/>
        </p:nvSpPr>
        <p:spPr>
          <a:xfrm>
            <a:off x="295702" y="962197"/>
            <a:ext cx="3603786" cy="7386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600">
                <a:solidFill>
                  <a:schemeClr val="dk1"/>
                </a:solidFill>
                <a:latin typeface="Calibri"/>
                <a:ea typeface="Calibri"/>
                <a:cs typeface="Calibri"/>
                <a:sym typeface="Calibri"/>
              </a:rPr>
              <a:t>Industry Ecosystem </a:t>
            </a:r>
            <a:r>
              <a:rPr lang="en-US" sz="1600">
                <a:solidFill>
                  <a:schemeClr val="dk1"/>
                </a:solidFill>
                <a:latin typeface="Calibri"/>
                <a:ea typeface="Calibri"/>
                <a:cs typeface="Calibri"/>
                <a:sym typeface="Calibri"/>
              </a:rPr>
              <a:t>should continuously evolve to face challenges that could have impact future of business.  </a:t>
            </a:r>
            <a:endParaRPr sz="1600">
              <a:solidFill>
                <a:schemeClr val="dk1"/>
              </a:solidFill>
              <a:latin typeface="Calibri"/>
              <a:ea typeface="Calibri"/>
              <a:cs typeface="Calibri"/>
              <a:sym typeface="Calibri"/>
            </a:endParaRPr>
          </a:p>
        </p:txBody>
      </p:sp>
      <p:sp>
        <p:nvSpPr>
          <p:cNvPr id="329" name="Google Shape;329;p43"/>
          <p:cNvSpPr txBox="1"/>
          <p:nvPr/>
        </p:nvSpPr>
        <p:spPr>
          <a:xfrm>
            <a:off x="994493" y="2510026"/>
            <a:ext cx="884209" cy="338554"/>
          </a:xfrm>
          <a:prstGeom prst="rect">
            <a:avLst/>
          </a:prstGeom>
          <a:noFill/>
          <a:ln>
            <a:noFill/>
          </a:ln>
        </p:spPr>
        <p:txBody>
          <a:bodyPr anchorCtr="0" anchor="t" bIns="45700" lIns="34275" spcFirstLastPara="1" rIns="34275" wrap="square" tIns="45700">
            <a:spAutoFit/>
          </a:bodyPr>
          <a:lstStyle/>
          <a:p>
            <a:pPr indent="0" lvl="0" marL="0" marR="0" rtl="0" algn="l">
              <a:spcBef>
                <a:spcPts val="0"/>
              </a:spcBef>
              <a:spcAft>
                <a:spcPts val="0"/>
              </a:spcAft>
              <a:buNone/>
            </a:pPr>
            <a:r>
              <a:rPr b="1" lang="en-US" sz="1600">
                <a:solidFill>
                  <a:schemeClr val="dk1"/>
                </a:solidFill>
                <a:latin typeface="Calibri"/>
                <a:ea typeface="Calibri"/>
                <a:cs typeface="Calibri"/>
                <a:sym typeface="Calibri"/>
              </a:rPr>
              <a:t>$100B</a:t>
            </a:r>
            <a:endParaRPr b="1" sz="1600">
              <a:solidFill>
                <a:schemeClr val="dk1"/>
              </a:solidFill>
              <a:latin typeface="Calibri"/>
              <a:ea typeface="Calibri"/>
              <a:cs typeface="Calibri"/>
              <a:sym typeface="Calibri"/>
            </a:endParaRPr>
          </a:p>
        </p:txBody>
      </p:sp>
      <p:sp>
        <p:nvSpPr>
          <p:cNvPr id="330" name="Google Shape;330;p43"/>
          <p:cNvSpPr txBox="1"/>
          <p:nvPr/>
        </p:nvSpPr>
        <p:spPr>
          <a:xfrm>
            <a:off x="994491" y="2768917"/>
            <a:ext cx="1351602" cy="584775"/>
          </a:xfrm>
          <a:prstGeom prst="rect">
            <a:avLst/>
          </a:prstGeom>
          <a:noFill/>
          <a:ln>
            <a:noFill/>
          </a:ln>
        </p:spPr>
        <p:txBody>
          <a:bodyPr anchorCtr="0" anchor="t" bIns="45700" lIns="34275" spcFirstLastPara="1" rIns="3427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Travel industry</a:t>
            </a:r>
            <a:endParaRPr/>
          </a:p>
          <a:p>
            <a:pPr indent="0" lvl="0" marL="0" marR="0" rtl="0" algn="l">
              <a:spcBef>
                <a:spcPts val="0"/>
              </a:spcBef>
              <a:spcAft>
                <a:spcPts val="0"/>
              </a:spcAft>
              <a:buNone/>
            </a:pPr>
            <a:r>
              <a:rPr lang="en-US" sz="1600">
                <a:solidFill>
                  <a:schemeClr val="dk1"/>
                </a:solidFill>
                <a:latin typeface="Calibri"/>
                <a:ea typeface="Calibri"/>
                <a:cs typeface="Calibri"/>
                <a:sym typeface="Calibri"/>
              </a:rPr>
              <a:t>bounce back</a:t>
            </a:r>
            <a:endParaRPr sz="1600">
              <a:solidFill>
                <a:schemeClr val="dk1"/>
              </a:solidFill>
              <a:latin typeface="Calibri"/>
              <a:ea typeface="Calibri"/>
              <a:cs typeface="Calibri"/>
              <a:sym typeface="Calibri"/>
            </a:endParaRPr>
          </a:p>
        </p:txBody>
      </p:sp>
      <p:sp>
        <p:nvSpPr>
          <p:cNvPr id="331" name="Google Shape;331;p43"/>
          <p:cNvSpPr txBox="1"/>
          <p:nvPr/>
        </p:nvSpPr>
        <p:spPr>
          <a:xfrm>
            <a:off x="3144336" y="2510026"/>
            <a:ext cx="884209" cy="338554"/>
          </a:xfrm>
          <a:prstGeom prst="rect">
            <a:avLst/>
          </a:prstGeom>
          <a:noFill/>
          <a:ln>
            <a:noFill/>
          </a:ln>
        </p:spPr>
        <p:txBody>
          <a:bodyPr anchorCtr="0" anchor="t" bIns="45700" lIns="34275" spcFirstLastPara="1" rIns="34275" wrap="square" tIns="45700">
            <a:spAutoFit/>
          </a:bodyPr>
          <a:lstStyle/>
          <a:p>
            <a:pPr indent="0" lvl="0" marL="0" marR="0" rtl="0" algn="l">
              <a:spcBef>
                <a:spcPts val="0"/>
              </a:spcBef>
              <a:spcAft>
                <a:spcPts val="0"/>
              </a:spcAft>
              <a:buNone/>
            </a:pPr>
            <a:r>
              <a:rPr b="1" lang="en-US" sz="1600">
                <a:solidFill>
                  <a:schemeClr val="dk1"/>
                </a:solidFill>
                <a:latin typeface="Calibri"/>
                <a:ea typeface="Calibri"/>
                <a:cs typeface="Calibri"/>
                <a:sym typeface="Calibri"/>
              </a:rPr>
              <a:t>120 M</a:t>
            </a:r>
            <a:endParaRPr/>
          </a:p>
        </p:txBody>
      </p:sp>
      <p:sp>
        <p:nvSpPr>
          <p:cNvPr id="332" name="Google Shape;332;p43"/>
          <p:cNvSpPr txBox="1"/>
          <p:nvPr/>
        </p:nvSpPr>
        <p:spPr>
          <a:xfrm>
            <a:off x="3144334" y="2768917"/>
            <a:ext cx="1145582" cy="338554"/>
          </a:xfrm>
          <a:prstGeom prst="rect">
            <a:avLst/>
          </a:prstGeom>
          <a:noFill/>
          <a:ln>
            <a:noFill/>
          </a:ln>
        </p:spPr>
        <p:txBody>
          <a:bodyPr anchorCtr="0" anchor="t" bIns="45700" lIns="34275" spcFirstLastPara="1" rIns="34275" wrap="square" tIns="4570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New jobs</a:t>
            </a:r>
            <a:endParaRPr sz="1600">
              <a:solidFill>
                <a:schemeClr val="dk1"/>
              </a:solidFill>
              <a:latin typeface="Calibri"/>
              <a:ea typeface="Calibri"/>
              <a:cs typeface="Calibri"/>
              <a:sym typeface="Calibri"/>
            </a:endParaRPr>
          </a:p>
        </p:txBody>
      </p:sp>
      <p:sp>
        <p:nvSpPr>
          <p:cNvPr id="333" name="Google Shape;333;p43"/>
          <p:cNvSpPr/>
          <p:nvPr/>
        </p:nvSpPr>
        <p:spPr>
          <a:xfrm>
            <a:off x="4733116" y="1008729"/>
            <a:ext cx="3211136" cy="3159838"/>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2F2F2"/>
              </a:solidFill>
              <a:latin typeface="Calibri"/>
              <a:ea typeface="Calibri"/>
              <a:cs typeface="Calibri"/>
              <a:sym typeface="Calibri"/>
            </a:endParaRPr>
          </a:p>
        </p:txBody>
      </p:sp>
      <p:sp>
        <p:nvSpPr>
          <p:cNvPr id="334" name="Google Shape;334;p43"/>
          <p:cNvSpPr/>
          <p:nvPr/>
        </p:nvSpPr>
        <p:spPr>
          <a:xfrm>
            <a:off x="4733116" y="1008731"/>
            <a:ext cx="3211136" cy="704985"/>
          </a:xfrm>
          <a:prstGeom prst="rect">
            <a:avLst/>
          </a:prstGeom>
          <a:solidFill>
            <a:srgbClr val="7F7F7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2F2F2"/>
              </a:solidFill>
              <a:latin typeface="Calibri"/>
              <a:ea typeface="Calibri"/>
              <a:cs typeface="Calibri"/>
              <a:sym typeface="Calibri"/>
            </a:endParaRPr>
          </a:p>
        </p:txBody>
      </p:sp>
      <p:sp>
        <p:nvSpPr>
          <p:cNvPr id="335" name="Google Shape;335;p43"/>
          <p:cNvSpPr txBox="1"/>
          <p:nvPr/>
        </p:nvSpPr>
        <p:spPr>
          <a:xfrm>
            <a:off x="5019829" y="2004098"/>
            <a:ext cx="2624426" cy="1661417"/>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b="1" lang="en-US" sz="1600">
                <a:solidFill>
                  <a:srgbClr val="4E84C4"/>
                </a:solidFill>
                <a:latin typeface="Calibri"/>
                <a:ea typeface="Calibri"/>
                <a:cs typeface="Calibri"/>
                <a:sym typeface="Calibri"/>
              </a:rPr>
              <a:t>New business </a:t>
            </a:r>
            <a:r>
              <a:rPr lang="en-US" sz="1600">
                <a:solidFill>
                  <a:schemeClr val="dk1"/>
                </a:solidFill>
                <a:latin typeface="Calibri"/>
                <a:ea typeface="Calibri"/>
                <a:cs typeface="Calibri"/>
                <a:sym typeface="Calibri"/>
              </a:rPr>
              <a:t>protocols will demand transformation in business processes aided by new technologies to support all stakeholders of the ecosystem</a:t>
            </a:r>
            <a:r>
              <a:rPr lang="en-US"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336" name="Google Shape;336;p43"/>
          <p:cNvSpPr/>
          <p:nvPr/>
        </p:nvSpPr>
        <p:spPr>
          <a:xfrm>
            <a:off x="6874074" y="1017600"/>
            <a:ext cx="898018" cy="874906"/>
          </a:xfrm>
          <a:prstGeom prst="rect">
            <a:avLst/>
          </a:prstGeom>
          <a:solidFill>
            <a:srgbClr val="00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3">
              <a:solidFill>
                <a:srgbClr val="F2F2F2"/>
              </a:solidFill>
              <a:latin typeface="Calibri"/>
              <a:ea typeface="Calibri"/>
              <a:cs typeface="Calibri"/>
              <a:sym typeface="Calibri"/>
            </a:endParaRPr>
          </a:p>
        </p:txBody>
      </p:sp>
      <p:pic>
        <p:nvPicPr>
          <p:cNvPr id="337" name="Google Shape;337;p43"/>
          <p:cNvPicPr preferRelativeResize="0"/>
          <p:nvPr/>
        </p:nvPicPr>
        <p:blipFill rotWithShape="1">
          <a:blip r:embed="rId3">
            <a:alphaModFix/>
          </a:blip>
          <a:srcRect b="0" l="0" r="0" t="0"/>
          <a:stretch/>
        </p:blipFill>
        <p:spPr>
          <a:xfrm>
            <a:off x="7014089" y="1142429"/>
            <a:ext cx="630165" cy="630165"/>
          </a:xfrm>
          <a:prstGeom prst="rect">
            <a:avLst/>
          </a:prstGeom>
          <a:noFill/>
          <a:ln>
            <a:noFill/>
          </a:ln>
        </p:spPr>
      </p:pic>
      <p:grpSp>
        <p:nvGrpSpPr>
          <p:cNvPr id="338" name="Google Shape;338;p43"/>
          <p:cNvGrpSpPr/>
          <p:nvPr/>
        </p:nvGrpSpPr>
        <p:grpSpPr>
          <a:xfrm>
            <a:off x="2546920" y="2652983"/>
            <a:ext cx="490538" cy="525463"/>
            <a:chOff x="1663" y="2166"/>
            <a:chExt cx="309" cy="331"/>
          </a:xfrm>
        </p:grpSpPr>
        <p:sp>
          <p:nvSpPr>
            <p:cNvPr id="339" name="Google Shape;339;p43"/>
            <p:cNvSpPr/>
            <p:nvPr/>
          </p:nvSpPr>
          <p:spPr>
            <a:xfrm>
              <a:off x="1747" y="2166"/>
              <a:ext cx="142" cy="180"/>
            </a:xfrm>
            <a:custGeom>
              <a:rect b="b" l="l" r="r" t="t"/>
              <a:pathLst>
                <a:path extrusionOk="0" h="126" w="99">
                  <a:moveTo>
                    <a:pt x="49" y="0"/>
                  </a:moveTo>
                  <a:cubicBezTo>
                    <a:pt x="3" y="0"/>
                    <a:pt x="0" y="28"/>
                    <a:pt x="3" y="63"/>
                  </a:cubicBezTo>
                  <a:cubicBezTo>
                    <a:pt x="7" y="97"/>
                    <a:pt x="28" y="126"/>
                    <a:pt x="49" y="126"/>
                  </a:cubicBezTo>
                  <a:cubicBezTo>
                    <a:pt x="71" y="126"/>
                    <a:pt x="92" y="97"/>
                    <a:pt x="96" y="63"/>
                  </a:cubicBezTo>
                  <a:cubicBezTo>
                    <a:pt x="99" y="28"/>
                    <a:pt x="96" y="0"/>
                    <a:pt x="49" y="0"/>
                  </a:cubicBezTo>
                  <a:close/>
                </a:path>
              </a:pathLst>
            </a:custGeom>
            <a:noFill/>
            <a:ln cap="flat" cmpd="sng" w="1905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340" name="Google Shape;340;p43"/>
            <p:cNvSpPr/>
            <p:nvPr/>
          </p:nvSpPr>
          <p:spPr>
            <a:xfrm>
              <a:off x="1781" y="2206"/>
              <a:ext cx="56" cy="33"/>
            </a:xfrm>
            <a:custGeom>
              <a:rect b="b" l="l" r="r" t="t"/>
              <a:pathLst>
                <a:path extrusionOk="0" h="23" w="39">
                  <a:moveTo>
                    <a:pt x="39" y="0"/>
                  </a:moveTo>
                  <a:cubicBezTo>
                    <a:pt x="39" y="0"/>
                    <a:pt x="34" y="23"/>
                    <a:pt x="0" y="23"/>
                  </a:cubicBezTo>
                </a:path>
              </a:pathLst>
            </a:custGeom>
            <a:noFill/>
            <a:ln cap="rnd" cmpd="sng" w="1905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341" name="Google Shape;341;p43"/>
            <p:cNvSpPr/>
            <p:nvPr/>
          </p:nvSpPr>
          <p:spPr>
            <a:xfrm>
              <a:off x="1831" y="2219"/>
              <a:ext cx="52" cy="24"/>
            </a:xfrm>
            <a:custGeom>
              <a:rect b="b" l="l" r="r" t="t"/>
              <a:pathLst>
                <a:path extrusionOk="0" h="17" w="36">
                  <a:moveTo>
                    <a:pt x="0" y="0"/>
                  </a:moveTo>
                  <a:cubicBezTo>
                    <a:pt x="0" y="0"/>
                    <a:pt x="16" y="11"/>
                    <a:pt x="36" y="17"/>
                  </a:cubicBezTo>
                </a:path>
              </a:pathLst>
            </a:custGeom>
            <a:noFill/>
            <a:ln cap="rnd" cmpd="sng" w="1905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cxnSp>
          <p:nvCxnSpPr>
            <p:cNvPr id="342" name="Google Shape;342;p43"/>
            <p:cNvCxnSpPr/>
            <p:nvPr/>
          </p:nvCxnSpPr>
          <p:spPr>
            <a:xfrm flipH="1">
              <a:off x="1798" y="2424"/>
              <a:ext cx="9" cy="73"/>
            </a:xfrm>
            <a:prstGeom prst="straightConnector1">
              <a:avLst/>
            </a:prstGeom>
            <a:noFill/>
            <a:ln cap="rnd" cmpd="sng" w="19050">
              <a:solidFill>
                <a:srgbClr val="4E84C4"/>
              </a:solidFill>
              <a:prstDash val="solid"/>
              <a:round/>
              <a:headEnd len="med" w="med" type="none"/>
              <a:tailEnd len="med" w="med" type="none"/>
            </a:ln>
          </p:spPr>
        </p:cxnSp>
        <p:cxnSp>
          <p:nvCxnSpPr>
            <p:cNvPr id="343" name="Google Shape;343;p43"/>
            <p:cNvCxnSpPr/>
            <p:nvPr/>
          </p:nvCxnSpPr>
          <p:spPr>
            <a:xfrm>
              <a:off x="1828" y="2424"/>
              <a:ext cx="9" cy="73"/>
            </a:xfrm>
            <a:prstGeom prst="straightConnector1">
              <a:avLst/>
            </a:prstGeom>
            <a:noFill/>
            <a:ln cap="rnd" cmpd="sng" w="19050">
              <a:solidFill>
                <a:srgbClr val="4E84C4"/>
              </a:solidFill>
              <a:prstDash val="solid"/>
              <a:round/>
              <a:headEnd len="med" w="med" type="none"/>
              <a:tailEnd len="med" w="med" type="none"/>
            </a:ln>
          </p:spPr>
        </p:cxnSp>
        <p:sp>
          <p:nvSpPr>
            <p:cNvPr id="344" name="Google Shape;344;p43"/>
            <p:cNvSpPr/>
            <p:nvPr/>
          </p:nvSpPr>
          <p:spPr>
            <a:xfrm>
              <a:off x="1663" y="2361"/>
              <a:ext cx="122" cy="136"/>
            </a:xfrm>
            <a:custGeom>
              <a:rect b="b" l="l" r="r" t="t"/>
              <a:pathLst>
                <a:path extrusionOk="0" h="95" w="85">
                  <a:moveTo>
                    <a:pt x="0" y="95"/>
                  </a:moveTo>
                  <a:cubicBezTo>
                    <a:pt x="4" y="42"/>
                    <a:pt x="4" y="42"/>
                    <a:pt x="4" y="42"/>
                  </a:cubicBezTo>
                  <a:cubicBezTo>
                    <a:pt x="8" y="12"/>
                    <a:pt x="25" y="9"/>
                    <a:pt x="25" y="9"/>
                  </a:cubicBezTo>
                  <a:cubicBezTo>
                    <a:pt x="25" y="9"/>
                    <a:pt x="46" y="4"/>
                    <a:pt x="67" y="0"/>
                  </a:cubicBezTo>
                  <a:cubicBezTo>
                    <a:pt x="85" y="37"/>
                    <a:pt x="85" y="37"/>
                    <a:pt x="85" y="37"/>
                  </a:cubicBezTo>
                </a:path>
              </a:pathLst>
            </a:custGeom>
            <a:noFill/>
            <a:ln cap="rnd" cmpd="sng" w="1905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345" name="Google Shape;345;p43"/>
            <p:cNvSpPr/>
            <p:nvPr/>
          </p:nvSpPr>
          <p:spPr>
            <a:xfrm>
              <a:off x="1850" y="2361"/>
              <a:ext cx="122" cy="136"/>
            </a:xfrm>
            <a:custGeom>
              <a:rect b="b" l="l" r="r" t="t"/>
              <a:pathLst>
                <a:path extrusionOk="0" h="95" w="85">
                  <a:moveTo>
                    <a:pt x="85" y="95"/>
                  </a:moveTo>
                  <a:cubicBezTo>
                    <a:pt x="81" y="42"/>
                    <a:pt x="81" y="42"/>
                    <a:pt x="81" y="42"/>
                  </a:cubicBezTo>
                  <a:cubicBezTo>
                    <a:pt x="77" y="12"/>
                    <a:pt x="59" y="9"/>
                    <a:pt x="59" y="9"/>
                  </a:cubicBezTo>
                  <a:cubicBezTo>
                    <a:pt x="59" y="9"/>
                    <a:pt x="39" y="4"/>
                    <a:pt x="18" y="0"/>
                  </a:cubicBezTo>
                  <a:cubicBezTo>
                    <a:pt x="0" y="37"/>
                    <a:pt x="0" y="37"/>
                    <a:pt x="0" y="37"/>
                  </a:cubicBezTo>
                </a:path>
              </a:pathLst>
            </a:custGeom>
            <a:noFill/>
            <a:ln cap="rnd" cmpd="sng" w="1905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346" name="Google Shape;346;p43"/>
            <p:cNvSpPr/>
            <p:nvPr/>
          </p:nvSpPr>
          <p:spPr>
            <a:xfrm>
              <a:off x="1791" y="2372"/>
              <a:ext cx="53" cy="62"/>
            </a:xfrm>
            <a:custGeom>
              <a:rect b="b" l="l" r="r" t="t"/>
              <a:pathLst>
                <a:path extrusionOk="0" h="62" w="53">
                  <a:moveTo>
                    <a:pt x="27" y="62"/>
                  </a:moveTo>
                  <a:lnTo>
                    <a:pt x="0" y="32"/>
                  </a:lnTo>
                  <a:lnTo>
                    <a:pt x="26" y="0"/>
                  </a:lnTo>
                  <a:lnTo>
                    <a:pt x="27" y="0"/>
                  </a:lnTo>
                  <a:lnTo>
                    <a:pt x="53" y="32"/>
                  </a:lnTo>
                  <a:lnTo>
                    <a:pt x="27" y="62"/>
                  </a:lnTo>
                  <a:close/>
                </a:path>
              </a:pathLst>
            </a:custGeom>
            <a:noFill/>
            <a:ln cap="rnd" cmpd="sng" w="1905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grpSp>
      <p:grpSp>
        <p:nvGrpSpPr>
          <p:cNvPr id="347" name="Google Shape;347;p43"/>
          <p:cNvGrpSpPr/>
          <p:nvPr/>
        </p:nvGrpSpPr>
        <p:grpSpPr>
          <a:xfrm>
            <a:off x="288132" y="2786667"/>
            <a:ext cx="622300" cy="381000"/>
            <a:chOff x="248" y="2249"/>
            <a:chExt cx="392" cy="240"/>
          </a:xfrm>
        </p:grpSpPr>
        <p:sp>
          <p:nvSpPr>
            <p:cNvPr id="348" name="Google Shape;348;p43"/>
            <p:cNvSpPr/>
            <p:nvPr/>
          </p:nvSpPr>
          <p:spPr>
            <a:xfrm>
              <a:off x="332" y="2383"/>
              <a:ext cx="9" cy="11"/>
            </a:xfrm>
            <a:prstGeom prst="ellipse">
              <a:avLst/>
            </a:prstGeom>
            <a:solidFill>
              <a:srgbClr val="394553"/>
            </a:solidFill>
            <a:ln cap="flat" cmpd="sng" w="1905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349" name="Google Shape;349;p43"/>
            <p:cNvSpPr/>
            <p:nvPr/>
          </p:nvSpPr>
          <p:spPr>
            <a:xfrm>
              <a:off x="507" y="2383"/>
              <a:ext cx="9" cy="11"/>
            </a:xfrm>
            <a:prstGeom prst="ellipse">
              <a:avLst/>
            </a:prstGeom>
            <a:solidFill>
              <a:srgbClr val="394553"/>
            </a:solidFill>
            <a:ln cap="flat" cmpd="sng" w="1905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350" name="Google Shape;350;p43"/>
            <p:cNvSpPr/>
            <p:nvPr/>
          </p:nvSpPr>
          <p:spPr>
            <a:xfrm>
              <a:off x="248" y="2288"/>
              <a:ext cx="352" cy="201"/>
            </a:xfrm>
            <a:prstGeom prst="rect">
              <a:avLst/>
            </a:prstGeom>
            <a:noFill/>
            <a:ln cap="flat" cmpd="sng" w="1905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351" name="Google Shape;351;p43"/>
            <p:cNvSpPr/>
            <p:nvPr/>
          </p:nvSpPr>
          <p:spPr>
            <a:xfrm>
              <a:off x="285" y="2249"/>
              <a:ext cx="355" cy="207"/>
            </a:xfrm>
            <a:custGeom>
              <a:rect b="b" l="l" r="r" t="t"/>
              <a:pathLst>
                <a:path extrusionOk="0" h="207" w="355">
                  <a:moveTo>
                    <a:pt x="0" y="0"/>
                  </a:moveTo>
                  <a:lnTo>
                    <a:pt x="355" y="0"/>
                  </a:lnTo>
                  <a:lnTo>
                    <a:pt x="355" y="207"/>
                  </a:lnTo>
                </a:path>
              </a:pathLst>
            </a:custGeom>
            <a:noFill/>
            <a:ln cap="flat" cmpd="sng" w="19050">
              <a:solidFill>
                <a:srgbClr val="4E84C4"/>
              </a:solidFill>
              <a:prstDash val="solid"/>
              <a:miter lim="8000"/>
              <a:headEnd len="med" w="med" type="none"/>
              <a:tailEnd len="med" w="med"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352" name="Google Shape;352;p43"/>
            <p:cNvSpPr/>
            <p:nvPr/>
          </p:nvSpPr>
          <p:spPr>
            <a:xfrm>
              <a:off x="285" y="2325"/>
              <a:ext cx="278" cy="127"/>
            </a:xfrm>
            <a:custGeom>
              <a:rect b="b" l="l" r="r" t="t"/>
              <a:pathLst>
                <a:path extrusionOk="0" h="81" w="179">
                  <a:moveTo>
                    <a:pt x="179" y="16"/>
                  </a:moveTo>
                  <a:cubicBezTo>
                    <a:pt x="170" y="16"/>
                    <a:pt x="163" y="9"/>
                    <a:pt x="163" y="0"/>
                  </a:cubicBezTo>
                  <a:cubicBezTo>
                    <a:pt x="16" y="0"/>
                    <a:pt x="16" y="0"/>
                    <a:pt x="16" y="0"/>
                  </a:cubicBezTo>
                  <a:cubicBezTo>
                    <a:pt x="16" y="9"/>
                    <a:pt x="9" y="16"/>
                    <a:pt x="0" y="16"/>
                  </a:cubicBezTo>
                  <a:cubicBezTo>
                    <a:pt x="0" y="65"/>
                    <a:pt x="0" y="65"/>
                    <a:pt x="0" y="65"/>
                  </a:cubicBezTo>
                  <a:cubicBezTo>
                    <a:pt x="9" y="65"/>
                    <a:pt x="16" y="72"/>
                    <a:pt x="16" y="81"/>
                  </a:cubicBezTo>
                  <a:cubicBezTo>
                    <a:pt x="163" y="81"/>
                    <a:pt x="163" y="81"/>
                    <a:pt x="163" y="81"/>
                  </a:cubicBezTo>
                  <a:cubicBezTo>
                    <a:pt x="163" y="72"/>
                    <a:pt x="170" y="65"/>
                    <a:pt x="179" y="65"/>
                  </a:cubicBezTo>
                  <a:lnTo>
                    <a:pt x="179" y="16"/>
                  </a:lnTo>
                  <a:close/>
                </a:path>
              </a:pathLst>
            </a:custGeom>
            <a:noFill/>
            <a:ln cap="flat" cmpd="sng" w="1905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353" name="Google Shape;353;p43"/>
            <p:cNvSpPr/>
            <p:nvPr/>
          </p:nvSpPr>
          <p:spPr>
            <a:xfrm>
              <a:off x="394" y="2355"/>
              <a:ext cx="62" cy="67"/>
            </a:xfrm>
            <a:prstGeom prst="ellipse">
              <a:avLst/>
            </a:prstGeom>
            <a:noFill/>
            <a:ln cap="flat" cmpd="sng" w="1905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44"/>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4E84C4"/>
              </a:buClr>
              <a:buSzPts val="2100"/>
              <a:buFont typeface="Calibri"/>
              <a:buNone/>
            </a:pPr>
            <a:r>
              <a:rPr lang="en-US"/>
              <a:t>Co-creating experience</a:t>
            </a:r>
            <a:endParaRPr/>
          </a:p>
        </p:txBody>
      </p:sp>
      <p:sp>
        <p:nvSpPr>
          <p:cNvPr id="359" name="Google Shape;359;p44"/>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p>
            <a:pPr indent="0" lvl="0" marL="0" rtl="0" algn="l">
              <a:spcBef>
                <a:spcPts val="0"/>
              </a:spcBef>
              <a:spcAft>
                <a:spcPts val="0"/>
              </a:spcAft>
              <a:buNone/>
            </a:pPr>
            <a:r>
              <a:rPr lang="en-US"/>
              <a:t>TCS confidential</a:t>
            </a:r>
            <a:endParaRPr/>
          </a:p>
        </p:txBody>
      </p:sp>
      <p:sp>
        <p:nvSpPr>
          <p:cNvPr id="360" name="Google Shape;360;p44"/>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fld id="{00000000-1234-1234-1234-123412341234}" type="slidenum">
              <a:rPr lang="en-US"/>
              <a:t>‹#›</a:t>
            </a:fld>
            <a:endParaRPr/>
          </a:p>
        </p:txBody>
      </p:sp>
      <p:sp>
        <p:nvSpPr>
          <p:cNvPr id="361" name="Google Shape;361;p44"/>
          <p:cNvSpPr/>
          <p:nvPr/>
        </p:nvSpPr>
        <p:spPr>
          <a:xfrm>
            <a:off x="3945021" y="1303013"/>
            <a:ext cx="5198980" cy="2936011"/>
          </a:xfrm>
          <a:prstGeom prst="rect">
            <a:avLst/>
          </a:prstGeom>
          <a:solidFill>
            <a:srgbClr val="F4F3F9">
              <a:alpha val="6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2F2F2"/>
              </a:solidFill>
              <a:latin typeface="Calibri"/>
              <a:ea typeface="Calibri"/>
              <a:cs typeface="Calibri"/>
              <a:sym typeface="Calibri"/>
            </a:endParaRPr>
          </a:p>
        </p:txBody>
      </p:sp>
      <p:sp>
        <p:nvSpPr>
          <p:cNvPr id="362" name="Google Shape;362;p44"/>
          <p:cNvSpPr txBox="1"/>
          <p:nvPr/>
        </p:nvSpPr>
        <p:spPr>
          <a:xfrm>
            <a:off x="290513" y="1465760"/>
            <a:ext cx="3177861" cy="98488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Demand is growing for a single platform that integrates roles &amp; responsibilities of all partners</a:t>
            </a:r>
            <a:endParaRPr/>
          </a:p>
          <a:p>
            <a:pPr indent="0" lvl="0" marL="0" marR="0" rtl="0" algn="l">
              <a:spcBef>
                <a:spcPts val="0"/>
              </a:spcBef>
              <a:spcAft>
                <a:spcPts val="0"/>
              </a:spcAft>
              <a:buNone/>
            </a:pPr>
            <a:r>
              <a:t/>
            </a:r>
            <a:endParaRPr sz="1600" u="sng">
              <a:solidFill>
                <a:schemeClr val="dk1"/>
              </a:solidFill>
              <a:latin typeface="Calibri"/>
              <a:ea typeface="Calibri"/>
              <a:cs typeface="Calibri"/>
              <a:sym typeface="Calibri"/>
            </a:endParaRPr>
          </a:p>
        </p:txBody>
      </p:sp>
      <p:sp>
        <p:nvSpPr>
          <p:cNvPr id="363" name="Google Shape;363;p44"/>
          <p:cNvSpPr txBox="1"/>
          <p:nvPr/>
        </p:nvSpPr>
        <p:spPr>
          <a:xfrm>
            <a:off x="290512" y="1130435"/>
            <a:ext cx="3521798" cy="251736"/>
          </a:xfrm>
          <a:prstGeom prst="rect">
            <a:avLst/>
          </a:prstGeom>
          <a:noFill/>
          <a:ln>
            <a:noFill/>
          </a:ln>
        </p:spPr>
        <p:txBody>
          <a:bodyPr anchorCtr="0" anchor="t" bIns="0" lIns="0" spcFirstLastPara="1" rIns="0" wrap="square" tIns="0">
            <a:spAutoFit/>
          </a:bodyPr>
          <a:lstStyle/>
          <a:p>
            <a:pPr indent="0" lvl="0" marL="0" marR="0" rtl="0" algn="l">
              <a:lnSpc>
                <a:spcPct val="107000"/>
              </a:lnSpc>
              <a:spcBef>
                <a:spcPts val="0"/>
              </a:spcBef>
              <a:spcAft>
                <a:spcPts val="0"/>
              </a:spcAft>
              <a:buNone/>
            </a:pPr>
            <a:r>
              <a:rPr b="1" lang="en-US" sz="1600">
                <a:solidFill>
                  <a:schemeClr val="dk1"/>
                </a:solidFill>
                <a:latin typeface="Calibri"/>
                <a:ea typeface="Calibri"/>
                <a:cs typeface="Calibri"/>
                <a:sym typeface="Calibri"/>
              </a:rPr>
              <a:t>Meet the world </a:t>
            </a:r>
            <a:r>
              <a:rPr b="1" lang="en-US" sz="1600">
                <a:solidFill>
                  <a:srgbClr val="4E84C4"/>
                </a:solidFill>
                <a:latin typeface="Calibri"/>
                <a:ea typeface="Calibri"/>
                <a:cs typeface="Calibri"/>
                <a:sym typeface="Calibri"/>
              </a:rPr>
              <a:t>through fluid ecosystems</a:t>
            </a:r>
            <a:endParaRPr b="1" sz="1600">
              <a:solidFill>
                <a:srgbClr val="4E84C4"/>
              </a:solidFill>
              <a:latin typeface="Calibri"/>
              <a:ea typeface="Calibri"/>
              <a:cs typeface="Calibri"/>
              <a:sym typeface="Calibri"/>
            </a:endParaRPr>
          </a:p>
        </p:txBody>
      </p:sp>
      <p:sp>
        <p:nvSpPr>
          <p:cNvPr id="364" name="Google Shape;364;p44"/>
          <p:cNvSpPr/>
          <p:nvPr/>
        </p:nvSpPr>
        <p:spPr>
          <a:xfrm rot="10800000">
            <a:off x="6359168" y="1432634"/>
            <a:ext cx="385763" cy="198165"/>
          </a:xfrm>
          <a:prstGeom prst="triangle">
            <a:avLst>
              <a:gd fmla="val 50000" name="adj"/>
            </a:avLst>
          </a:prstGeom>
          <a:solidFill>
            <a:srgbClr val="00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2F2F2"/>
              </a:solidFill>
              <a:latin typeface="Calibri"/>
              <a:ea typeface="Calibri"/>
              <a:cs typeface="Calibri"/>
              <a:sym typeface="Calibri"/>
            </a:endParaRPr>
          </a:p>
        </p:txBody>
      </p:sp>
      <p:sp>
        <p:nvSpPr>
          <p:cNvPr id="365" name="Google Shape;365;p44"/>
          <p:cNvSpPr txBox="1"/>
          <p:nvPr/>
        </p:nvSpPr>
        <p:spPr>
          <a:xfrm>
            <a:off x="6809490" y="1907312"/>
            <a:ext cx="2091445" cy="2069795"/>
          </a:xfrm>
          <a:prstGeom prst="rect">
            <a:avLst/>
          </a:prstGeom>
          <a:noFill/>
          <a:ln>
            <a:noFill/>
          </a:ln>
        </p:spPr>
        <p:txBody>
          <a:bodyPr anchorCtr="0" anchor="t" bIns="34275" lIns="34275" spcFirstLastPara="1" rIns="34275" wrap="square" tIns="34275">
            <a:spAutoFit/>
          </a:bodyPr>
          <a:lstStyle/>
          <a:p>
            <a:pPr indent="0" lvl="0" marL="0" marR="0" rtl="0" algn="l">
              <a:spcBef>
                <a:spcPts val="0"/>
              </a:spcBef>
              <a:spcAft>
                <a:spcPts val="0"/>
              </a:spcAft>
              <a:buNone/>
            </a:pPr>
            <a:r>
              <a:rPr lang="en-US" sz="1600">
                <a:solidFill>
                  <a:schemeClr val="dk1"/>
                </a:solidFill>
                <a:latin typeface="Calibri"/>
                <a:ea typeface="Calibri"/>
                <a:cs typeface="Calibri"/>
                <a:sym typeface="Calibri"/>
              </a:rPr>
              <a:t>Understanding customer needs both in immediate travel context and their larger preferences around modes of travel has become imperative.</a:t>
            </a:r>
            <a:endParaRPr/>
          </a:p>
          <a:p>
            <a:pPr indent="0" lvl="0" marL="0" marR="0" rtl="0" algn="l">
              <a:spcBef>
                <a:spcPts val="0"/>
              </a:spcBef>
              <a:spcAft>
                <a:spcPts val="0"/>
              </a:spcAft>
              <a:buNone/>
            </a:pPr>
            <a:r>
              <a:t/>
            </a:r>
            <a:endParaRPr sz="9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900">
              <a:solidFill>
                <a:schemeClr val="dk1"/>
              </a:solidFill>
              <a:latin typeface="Calibri"/>
              <a:ea typeface="Calibri"/>
              <a:cs typeface="Calibri"/>
              <a:sym typeface="Calibri"/>
            </a:endParaRPr>
          </a:p>
        </p:txBody>
      </p:sp>
      <p:sp>
        <p:nvSpPr>
          <p:cNvPr id="366" name="Google Shape;366;p44"/>
          <p:cNvSpPr txBox="1"/>
          <p:nvPr/>
        </p:nvSpPr>
        <p:spPr>
          <a:xfrm>
            <a:off x="6782761" y="1594209"/>
            <a:ext cx="2020526" cy="344069"/>
          </a:xfrm>
          <a:prstGeom prst="rect">
            <a:avLst/>
          </a:prstGeom>
          <a:noFill/>
          <a:ln>
            <a:noFill/>
          </a:ln>
        </p:spPr>
        <p:txBody>
          <a:bodyPr anchorCtr="0" anchor="t" bIns="45700" lIns="34275" spcFirstLastPara="1" rIns="34275" wrap="square" tIns="45700">
            <a:spAutoFit/>
          </a:bodyPr>
          <a:lstStyle/>
          <a:p>
            <a:pPr indent="0" lvl="0" marL="0" marR="0" rtl="0" algn="l">
              <a:lnSpc>
                <a:spcPct val="107000"/>
              </a:lnSpc>
              <a:spcBef>
                <a:spcPts val="0"/>
              </a:spcBef>
              <a:spcAft>
                <a:spcPts val="0"/>
              </a:spcAft>
              <a:buNone/>
            </a:pPr>
            <a:r>
              <a:rPr b="1" lang="en-US" sz="1600">
                <a:solidFill>
                  <a:schemeClr val="dk1"/>
                </a:solidFill>
                <a:latin typeface="Calibri"/>
                <a:ea typeface="Calibri"/>
                <a:cs typeface="Calibri"/>
                <a:sym typeface="Calibri"/>
              </a:rPr>
              <a:t>Customer at the core</a:t>
            </a:r>
            <a:endParaRPr/>
          </a:p>
        </p:txBody>
      </p:sp>
      <p:sp>
        <p:nvSpPr>
          <p:cNvPr id="367" name="Google Shape;367;p44"/>
          <p:cNvSpPr/>
          <p:nvPr/>
        </p:nvSpPr>
        <p:spPr>
          <a:xfrm>
            <a:off x="3952557" y="1034382"/>
            <a:ext cx="5198980" cy="404135"/>
          </a:xfrm>
          <a:prstGeom prst="rect">
            <a:avLst/>
          </a:prstGeom>
          <a:solidFill>
            <a:srgbClr val="000000"/>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Title of the chart</a:t>
            </a:r>
            <a:endParaRPr b="1" sz="614">
              <a:solidFill>
                <a:srgbClr val="F2F2F2"/>
              </a:solidFill>
              <a:latin typeface="Calibri"/>
              <a:ea typeface="Calibri"/>
              <a:cs typeface="Calibri"/>
              <a:sym typeface="Calibri"/>
            </a:endParaRPr>
          </a:p>
        </p:txBody>
      </p:sp>
      <p:grpSp>
        <p:nvGrpSpPr>
          <p:cNvPr id="368" name="Google Shape;368;p44"/>
          <p:cNvGrpSpPr/>
          <p:nvPr/>
        </p:nvGrpSpPr>
        <p:grpSpPr>
          <a:xfrm>
            <a:off x="4198198" y="1684981"/>
            <a:ext cx="2308928" cy="2047051"/>
            <a:chOff x="4198198" y="1684977"/>
            <a:chExt cx="2208239" cy="1879633"/>
          </a:xfrm>
        </p:grpSpPr>
        <p:grpSp>
          <p:nvGrpSpPr>
            <p:cNvPr id="369" name="Google Shape;369;p44"/>
            <p:cNvGrpSpPr/>
            <p:nvPr/>
          </p:nvGrpSpPr>
          <p:grpSpPr>
            <a:xfrm rot="10800000">
              <a:off x="4198198" y="1684977"/>
              <a:ext cx="2067492" cy="1879633"/>
              <a:chOff x="7095667" y="2655371"/>
              <a:chExt cx="4197369" cy="4065628"/>
            </a:xfrm>
          </p:grpSpPr>
          <p:sp>
            <p:nvSpPr>
              <p:cNvPr id="370" name="Google Shape;370;p44"/>
              <p:cNvSpPr/>
              <p:nvPr/>
            </p:nvSpPr>
            <p:spPr>
              <a:xfrm>
                <a:off x="7827506" y="2655371"/>
                <a:ext cx="2806185" cy="2804588"/>
              </a:xfrm>
              <a:prstGeom prst="ellipse">
                <a:avLst/>
              </a:prstGeom>
              <a:solidFill>
                <a:srgbClr val="D8D8D8">
                  <a:alpha val="7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rgbClr val="FFFFFF"/>
                  </a:solidFill>
                  <a:latin typeface="Calibri"/>
                  <a:ea typeface="Calibri"/>
                  <a:cs typeface="Calibri"/>
                  <a:sym typeface="Calibri"/>
                </a:endParaRPr>
              </a:p>
            </p:txBody>
          </p:sp>
          <p:sp>
            <p:nvSpPr>
              <p:cNvPr id="371" name="Google Shape;371;p44"/>
              <p:cNvSpPr/>
              <p:nvPr/>
            </p:nvSpPr>
            <p:spPr>
              <a:xfrm>
                <a:off x="8486850" y="3880009"/>
                <a:ext cx="2806186" cy="2802993"/>
              </a:xfrm>
              <a:prstGeom prst="ellipse">
                <a:avLst/>
              </a:prstGeom>
              <a:solidFill>
                <a:srgbClr val="F9BBA7">
                  <a:alpha val="7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rgbClr val="FFFFFF"/>
                  </a:solidFill>
                  <a:latin typeface="Calibri"/>
                  <a:ea typeface="Calibri"/>
                  <a:cs typeface="Calibri"/>
                  <a:sym typeface="Calibri"/>
                </a:endParaRPr>
              </a:p>
            </p:txBody>
          </p:sp>
          <p:sp>
            <p:nvSpPr>
              <p:cNvPr id="372" name="Google Shape;372;p44"/>
              <p:cNvSpPr/>
              <p:nvPr/>
            </p:nvSpPr>
            <p:spPr>
              <a:xfrm>
                <a:off x="7095667" y="3914812"/>
                <a:ext cx="2806186" cy="2806187"/>
              </a:xfrm>
              <a:prstGeom prst="ellipse">
                <a:avLst/>
              </a:prstGeom>
              <a:solidFill>
                <a:srgbClr val="C1FFE0">
                  <a:alpha val="7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rgbClr val="FFFFFF"/>
                  </a:solidFill>
                  <a:latin typeface="Calibri"/>
                  <a:ea typeface="Calibri"/>
                  <a:cs typeface="Calibri"/>
                  <a:sym typeface="Calibri"/>
                </a:endParaRPr>
              </a:p>
            </p:txBody>
          </p:sp>
        </p:grpSp>
        <p:sp>
          <p:nvSpPr>
            <p:cNvPr id="373" name="Google Shape;373;p44"/>
            <p:cNvSpPr txBox="1"/>
            <p:nvPr/>
          </p:nvSpPr>
          <p:spPr>
            <a:xfrm>
              <a:off x="5428663" y="2071673"/>
              <a:ext cx="977774" cy="317929"/>
            </a:xfrm>
            <a:prstGeom prst="rect">
              <a:avLst/>
            </a:prstGeom>
            <a:noFill/>
            <a:ln>
              <a:noFill/>
            </a:ln>
          </p:spPr>
          <p:txBody>
            <a:bodyPr anchorCtr="0" anchor="t" bIns="34275" lIns="34275" spcFirstLastPara="1" rIns="34275" wrap="square" tIns="34275">
              <a:spAutoFit/>
            </a:bodyPr>
            <a:lstStyle/>
            <a:p>
              <a:pPr indent="0" lvl="0" marL="0" marR="0" rtl="0" algn="ctr">
                <a:spcBef>
                  <a:spcPts val="0"/>
                </a:spcBef>
                <a:spcAft>
                  <a:spcPts val="0"/>
                </a:spcAft>
                <a:buNone/>
              </a:pPr>
              <a:r>
                <a:rPr b="1" lang="en-US" sz="900">
                  <a:solidFill>
                    <a:schemeClr val="dk1"/>
                  </a:solidFill>
                  <a:latin typeface="Calibri"/>
                  <a:ea typeface="Calibri"/>
                  <a:cs typeface="Calibri"/>
                  <a:sym typeface="Calibri"/>
                </a:rPr>
                <a:t>New travel mandates</a:t>
              </a:r>
              <a:endParaRPr/>
            </a:p>
          </p:txBody>
        </p:sp>
        <p:sp>
          <p:nvSpPr>
            <p:cNvPr id="374" name="Google Shape;374;p44"/>
            <p:cNvSpPr txBox="1"/>
            <p:nvPr/>
          </p:nvSpPr>
          <p:spPr>
            <a:xfrm>
              <a:off x="4198198" y="2036378"/>
              <a:ext cx="780423" cy="317929"/>
            </a:xfrm>
            <a:prstGeom prst="rect">
              <a:avLst/>
            </a:prstGeom>
            <a:noFill/>
            <a:ln>
              <a:noFill/>
            </a:ln>
          </p:spPr>
          <p:txBody>
            <a:bodyPr anchorCtr="0" anchor="t" bIns="34275" lIns="34275" spcFirstLastPara="1" rIns="34275" wrap="square" tIns="34275">
              <a:spAutoFit/>
            </a:bodyPr>
            <a:lstStyle/>
            <a:p>
              <a:pPr indent="0" lvl="0" marL="0" marR="0" rtl="0" algn="ctr">
                <a:spcBef>
                  <a:spcPts val="0"/>
                </a:spcBef>
                <a:spcAft>
                  <a:spcPts val="0"/>
                </a:spcAft>
                <a:buNone/>
              </a:pPr>
              <a:r>
                <a:rPr b="1" lang="en-US" sz="900">
                  <a:solidFill>
                    <a:schemeClr val="dk1"/>
                  </a:solidFill>
                  <a:latin typeface="Calibri"/>
                  <a:ea typeface="Calibri"/>
                  <a:cs typeface="Calibri"/>
                  <a:sym typeface="Calibri"/>
                </a:rPr>
                <a:t>Traveler behavior </a:t>
              </a:r>
              <a:endParaRPr/>
            </a:p>
          </p:txBody>
        </p:sp>
        <p:sp>
          <p:nvSpPr>
            <p:cNvPr id="375" name="Google Shape;375;p44"/>
            <p:cNvSpPr txBox="1"/>
            <p:nvPr/>
          </p:nvSpPr>
          <p:spPr>
            <a:xfrm>
              <a:off x="4819666" y="3047399"/>
              <a:ext cx="760771" cy="317929"/>
            </a:xfrm>
            <a:prstGeom prst="rect">
              <a:avLst/>
            </a:prstGeom>
            <a:noFill/>
            <a:ln>
              <a:noFill/>
            </a:ln>
          </p:spPr>
          <p:txBody>
            <a:bodyPr anchorCtr="0" anchor="t" bIns="34275" lIns="34275" spcFirstLastPara="1" rIns="34275" wrap="square" tIns="34275">
              <a:spAutoFit/>
            </a:bodyPr>
            <a:lstStyle/>
            <a:p>
              <a:pPr indent="0" lvl="0" marL="0" marR="0" rtl="0" algn="ctr">
                <a:spcBef>
                  <a:spcPts val="0"/>
                </a:spcBef>
                <a:spcAft>
                  <a:spcPts val="0"/>
                </a:spcAft>
                <a:buNone/>
              </a:pPr>
              <a:r>
                <a:rPr b="1" lang="en-US" sz="900">
                  <a:solidFill>
                    <a:schemeClr val="dk1"/>
                  </a:solidFill>
                  <a:latin typeface="Calibri"/>
                  <a:ea typeface="Calibri"/>
                  <a:cs typeface="Calibri"/>
                  <a:sym typeface="Calibri"/>
                </a:rPr>
                <a:t>Mobility ecosystem</a:t>
              </a:r>
              <a:endParaRPr/>
            </a:p>
          </p:txBody>
        </p:sp>
        <p:pic>
          <p:nvPicPr>
            <p:cNvPr descr="Braille" id="376" name="Google Shape;376;p44"/>
            <p:cNvPicPr preferRelativeResize="0"/>
            <p:nvPr/>
          </p:nvPicPr>
          <p:blipFill rotWithShape="1">
            <a:blip r:embed="rId3">
              <a:alphaModFix/>
            </a:blip>
            <a:srcRect b="0" l="0" r="0" t="0"/>
            <a:stretch/>
          </p:blipFill>
          <p:spPr>
            <a:xfrm>
              <a:off x="4987346" y="1907925"/>
              <a:ext cx="441317" cy="441317"/>
            </a:xfrm>
            <a:prstGeom prst="rect">
              <a:avLst/>
            </a:prstGeom>
            <a:noFill/>
            <a:ln>
              <a:noFill/>
            </a:ln>
          </p:spPr>
        </p:pic>
        <p:pic>
          <p:nvPicPr>
            <p:cNvPr descr="Braille" id="377" name="Google Shape;377;p44"/>
            <p:cNvPicPr preferRelativeResize="0"/>
            <p:nvPr/>
          </p:nvPicPr>
          <p:blipFill rotWithShape="1">
            <a:blip r:embed="rId3">
              <a:alphaModFix/>
            </a:blip>
            <a:srcRect b="0" l="0" r="0" t="0"/>
            <a:stretch/>
          </p:blipFill>
          <p:spPr>
            <a:xfrm>
              <a:off x="4568701" y="2541025"/>
              <a:ext cx="441317" cy="441317"/>
            </a:xfrm>
            <a:prstGeom prst="rect">
              <a:avLst/>
            </a:prstGeom>
            <a:noFill/>
            <a:ln>
              <a:noFill/>
            </a:ln>
          </p:spPr>
        </p:pic>
        <p:pic>
          <p:nvPicPr>
            <p:cNvPr descr="Braille" id="378" name="Google Shape;378;p44"/>
            <p:cNvPicPr preferRelativeResize="0"/>
            <p:nvPr/>
          </p:nvPicPr>
          <p:blipFill rotWithShape="1">
            <a:blip r:embed="rId3">
              <a:alphaModFix/>
            </a:blip>
            <a:srcRect b="0" l="0" r="0" t="0"/>
            <a:stretch/>
          </p:blipFill>
          <p:spPr>
            <a:xfrm>
              <a:off x="5431850" y="2542864"/>
              <a:ext cx="441317" cy="441317"/>
            </a:xfrm>
            <a:prstGeom prst="rect">
              <a:avLst/>
            </a:prstGeom>
            <a:noFill/>
            <a:ln>
              <a:noFill/>
            </a:ln>
          </p:spPr>
        </p:pic>
        <p:sp>
          <p:nvSpPr>
            <p:cNvPr id="379" name="Google Shape;379;p44"/>
            <p:cNvSpPr/>
            <p:nvPr/>
          </p:nvSpPr>
          <p:spPr>
            <a:xfrm rot="10800000">
              <a:off x="4885216" y="2267984"/>
              <a:ext cx="693456" cy="633979"/>
            </a:xfrm>
            <a:custGeom>
              <a:rect b="b" l="l" r="r" t="t"/>
              <a:pathLst>
                <a:path extrusionOk="0" h="633979" w="693456">
                  <a:moveTo>
                    <a:pt x="364512" y="633979"/>
                  </a:moveTo>
                  <a:cubicBezTo>
                    <a:pt x="269088" y="633979"/>
                    <a:pt x="178182" y="615838"/>
                    <a:pt x="95497" y="583031"/>
                  </a:cubicBezTo>
                  <a:lnTo>
                    <a:pt x="0" y="534408"/>
                  </a:lnTo>
                  <a:lnTo>
                    <a:pt x="12206" y="420892"/>
                  </a:lnTo>
                  <a:cubicBezTo>
                    <a:pt x="49032" y="252173"/>
                    <a:pt x="155802" y="107342"/>
                    <a:pt x="302873" y="14190"/>
                  </a:cubicBezTo>
                  <a:lnTo>
                    <a:pt x="330759" y="0"/>
                  </a:lnTo>
                  <a:lnTo>
                    <a:pt x="390444" y="30406"/>
                  </a:lnTo>
                  <a:cubicBezTo>
                    <a:pt x="537515" y="123664"/>
                    <a:pt x="644285" y="268661"/>
                    <a:pt x="681111" y="437572"/>
                  </a:cubicBezTo>
                  <a:lnTo>
                    <a:pt x="693456" y="552517"/>
                  </a:lnTo>
                  <a:lnTo>
                    <a:pt x="633527" y="583031"/>
                  </a:lnTo>
                  <a:cubicBezTo>
                    <a:pt x="550843" y="615838"/>
                    <a:pt x="459936" y="633979"/>
                    <a:pt x="364512" y="633979"/>
                  </a:cubicBezTo>
                  <a:close/>
                </a:path>
              </a:pathLst>
            </a:custGeom>
            <a:solidFill>
              <a:srgbClr val="4E84C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rgbClr val="FFFFFF"/>
                </a:solidFill>
                <a:latin typeface="Calibri"/>
                <a:ea typeface="Calibri"/>
                <a:cs typeface="Calibri"/>
                <a:sym typeface="Calibri"/>
              </a:endParaRPr>
            </a:p>
          </p:txBody>
        </p:sp>
        <p:sp>
          <p:nvSpPr>
            <p:cNvPr id="380" name="Google Shape;380;p44"/>
            <p:cNvSpPr txBox="1"/>
            <p:nvPr/>
          </p:nvSpPr>
          <p:spPr>
            <a:xfrm>
              <a:off x="4985882" y="2491052"/>
              <a:ext cx="492125" cy="141302"/>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1000">
                  <a:solidFill>
                    <a:schemeClr val="lt1"/>
                  </a:solidFill>
                  <a:latin typeface="Calibri"/>
                  <a:ea typeface="Calibri"/>
                  <a:cs typeface="Calibri"/>
                  <a:sym typeface="Calibri"/>
                </a:rPr>
                <a:t>Customer</a:t>
              </a:r>
              <a:endParaRPr sz="1400">
                <a:solidFill>
                  <a:schemeClr val="lt1"/>
                </a:solidFill>
                <a:latin typeface="Calibri"/>
                <a:ea typeface="Calibri"/>
                <a:cs typeface="Calibri"/>
                <a:sym typeface="Calibri"/>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p45"/>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4E84C4"/>
              </a:buClr>
              <a:buSzPts val="2100"/>
              <a:buFont typeface="Calibri"/>
              <a:buNone/>
            </a:pPr>
            <a:r>
              <a:rPr lang="en-US">
                <a:solidFill>
                  <a:srgbClr val="4E84C4"/>
                </a:solidFill>
              </a:rPr>
              <a:t>The travel ecosystem: </a:t>
            </a:r>
            <a:r>
              <a:rPr lang="en-US">
                <a:solidFill>
                  <a:srgbClr val="1E2323"/>
                </a:solidFill>
              </a:rPr>
              <a:t>An industry on the go </a:t>
            </a:r>
            <a:endParaRPr/>
          </a:p>
        </p:txBody>
      </p:sp>
      <p:sp>
        <p:nvSpPr>
          <p:cNvPr id="386" name="Google Shape;386;p45"/>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p>
            <a:pPr indent="0" lvl="0" marL="0" rtl="0" algn="l">
              <a:spcBef>
                <a:spcPts val="0"/>
              </a:spcBef>
              <a:spcAft>
                <a:spcPts val="0"/>
              </a:spcAft>
              <a:buNone/>
            </a:pPr>
            <a:r>
              <a:rPr lang="en-US"/>
              <a:t>TCS confidential</a:t>
            </a:r>
            <a:endParaRPr/>
          </a:p>
        </p:txBody>
      </p:sp>
      <p:sp>
        <p:nvSpPr>
          <p:cNvPr id="387" name="Google Shape;387;p45"/>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fld id="{00000000-1234-1234-1234-123412341234}" type="slidenum">
              <a:rPr lang="en-US"/>
              <a:t>‹#›</a:t>
            </a:fld>
            <a:endParaRPr/>
          </a:p>
        </p:txBody>
      </p:sp>
      <p:grpSp>
        <p:nvGrpSpPr>
          <p:cNvPr id="388" name="Google Shape;388;p45"/>
          <p:cNvGrpSpPr/>
          <p:nvPr/>
        </p:nvGrpSpPr>
        <p:grpSpPr>
          <a:xfrm>
            <a:off x="293002" y="1163549"/>
            <a:ext cx="3215744" cy="3383467"/>
            <a:chOff x="271736" y="1163546"/>
            <a:chExt cx="3215744" cy="3383467"/>
          </a:xfrm>
        </p:grpSpPr>
        <p:sp>
          <p:nvSpPr>
            <p:cNvPr id="389" name="Google Shape;389;p45"/>
            <p:cNvSpPr/>
            <p:nvPr/>
          </p:nvSpPr>
          <p:spPr>
            <a:xfrm>
              <a:off x="291939" y="1163546"/>
              <a:ext cx="3195541" cy="3383467"/>
            </a:xfrm>
            <a:prstGeom prst="rect">
              <a:avLst/>
            </a:prstGeom>
            <a:solidFill>
              <a:srgbClr val="F4F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2F2F2"/>
                </a:solidFill>
                <a:latin typeface="Calibri"/>
                <a:ea typeface="Calibri"/>
                <a:cs typeface="Calibri"/>
                <a:sym typeface="Calibri"/>
              </a:endParaRPr>
            </a:p>
          </p:txBody>
        </p:sp>
        <p:sp>
          <p:nvSpPr>
            <p:cNvPr id="390" name="Google Shape;390;p45"/>
            <p:cNvSpPr/>
            <p:nvPr/>
          </p:nvSpPr>
          <p:spPr>
            <a:xfrm>
              <a:off x="271736" y="1165861"/>
              <a:ext cx="3211136" cy="1340846"/>
            </a:xfrm>
            <a:prstGeom prst="rect">
              <a:avLst/>
            </a:prstGeom>
            <a:solidFill>
              <a:srgbClr val="00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chemeClr val="dk1"/>
                </a:solidFill>
                <a:latin typeface="Calibri"/>
                <a:ea typeface="Calibri"/>
                <a:cs typeface="Calibri"/>
                <a:sym typeface="Calibri"/>
              </a:endParaRPr>
            </a:p>
          </p:txBody>
        </p:sp>
        <p:sp>
          <p:nvSpPr>
            <p:cNvPr id="391" name="Google Shape;391;p45"/>
            <p:cNvSpPr/>
            <p:nvPr/>
          </p:nvSpPr>
          <p:spPr>
            <a:xfrm>
              <a:off x="306971" y="1297675"/>
              <a:ext cx="3140666" cy="1077218"/>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1600">
                  <a:solidFill>
                    <a:schemeClr val="lt1"/>
                  </a:solidFill>
                  <a:latin typeface="Calibri"/>
                  <a:ea typeface="Calibri"/>
                  <a:cs typeface="Calibri"/>
                  <a:sym typeface="Calibri"/>
                </a:rPr>
                <a:t>The travel industry has always been platform-based, but its time to reach the next level of one-click, frictionless travel for consumers.</a:t>
              </a:r>
              <a:endParaRPr/>
            </a:p>
          </p:txBody>
        </p:sp>
        <p:pic>
          <p:nvPicPr>
            <p:cNvPr id="392" name="Google Shape;392;p45"/>
            <p:cNvPicPr preferRelativeResize="0"/>
            <p:nvPr/>
          </p:nvPicPr>
          <p:blipFill rotWithShape="1">
            <a:blip r:embed="rId3">
              <a:alphaModFix/>
            </a:blip>
            <a:srcRect b="0" l="0" r="0" t="0"/>
            <a:stretch/>
          </p:blipFill>
          <p:spPr>
            <a:xfrm>
              <a:off x="730970" y="2595383"/>
              <a:ext cx="815841" cy="865222"/>
            </a:xfrm>
            <a:prstGeom prst="rect">
              <a:avLst/>
            </a:prstGeom>
            <a:noFill/>
            <a:ln>
              <a:noFill/>
            </a:ln>
          </p:spPr>
        </p:pic>
        <p:sp>
          <p:nvSpPr>
            <p:cNvPr id="393" name="Google Shape;393;p45"/>
            <p:cNvSpPr txBox="1"/>
            <p:nvPr/>
          </p:nvSpPr>
          <p:spPr>
            <a:xfrm>
              <a:off x="289885" y="3588279"/>
              <a:ext cx="1606550" cy="338554"/>
            </a:xfrm>
            <a:prstGeom prst="rect">
              <a:avLst/>
            </a:prstGeom>
            <a:noFill/>
            <a:ln>
              <a:noFill/>
            </a:ln>
          </p:spPr>
          <p:txBody>
            <a:bodyPr anchorCtr="0" anchor="t" bIns="45700" lIns="34275" spcFirstLastPara="1" rIns="34275" wrap="square" tIns="45700">
              <a:spAutoFit/>
            </a:bodyPr>
            <a:lstStyle/>
            <a:p>
              <a:pPr indent="0" lvl="0" marL="0" marR="0" rtl="0" algn="ctr">
                <a:spcBef>
                  <a:spcPts val="0"/>
                </a:spcBef>
                <a:spcAft>
                  <a:spcPts val="0"/>
                </a:spcAft>
                <a:buNone/>
              </a:pPr>
              <a:r>
                <a:rPr b="1" lang="en-US" sz="1600">
                  <a:solidFill>
                    <a:schemeClr val="dk1"/>
                  </a:solidFill>
                  <a:latin typeface="Calibri"/>
                  <a:ea typeface="Calibri"/>
                  <a:cs typeface="Calibri"/>
                  <a:sym typeface="Calibri"/>
                </a:rPr>
                <a:t>Lorem ipsum</a:t>
              </a:r>
              <a:endParaRPr sz="1600">
                <a:solidFill>
                  <a:schemeClr val="dk1"/>
                </a:solidFill>
                <a:latin typeface="Calibri"/>
                <a:ea typeface="Calibri"/>
                <a:cs typeface="Calibri"/>
                <a:sym typeface="Calibri"/>
              </a:endParaRPr>
            </a:p>
          </p:txBody>
        </p:sp>
        <p:pic>
          <p:nvPicPr>
            <p:cNvPr id="394" name="Google Shape;394;p45"/>
            <p:cNvPicPr preferRelativeResize="0"/>
            <p:nvPr/>
          </p:nvPicPr>
          <p:blipFill rotWithShape="1">
            <a:blip r:embed="rId4">
              <a:alphaModFix/>
            </a:blip>
            <a:srcRect b="0" l="0" r="0" t="0"/>
            <a:stretch/>
          </p:blipFill>
          <p:spPr>
            <a:xfrm>
              <a:off x="2147829" y="2592456"/>
              <a:ext cx="820841" cy="865222"/>
            </a:xfrm>
            <a:prstGeom prst="rect">
              <a:avLst/>
            </a:prstGeom>
            <a:noFill/>
            <a:ln>
              <a:noFill/>
            </a:ln>
          </p:spPr>
        </p:pic>
        <p:sp>
          <p:nvSpPr>
            <p:cNvPr id="395" name="Google Shape;395;p45"/>
            <p:cNvSpPr txBox="1"/>
            <p:nvPr/>
          </p:nvSpPr>
          <p:spPr>
            <a:xfrm>
              <a:off x="1796120" y="3588279"/>
              <a:ext cx="1606550" cy="338554"/>
            </a:xfrm>
            <a:prstGeom prst="rect">
              <a:avLst/>
            </a:prstGeom>
            <a:noFill/>
            <a:ln>
              <a:noFill/>
            </a:ln>
          </p:spPr>
          <p:txBody>
            <a:bodyPr anchorCtr="0" anchor="t" bIns="45700" lIns="34275" spcFirstLastPara="1" rIns="34275" wrap="square" tIns="45700">
              <a:spAutoFit/>
            </a:bodyPr>
            <a:lstStyle/>
            <a:p>
              <a:pPr indent="0" lvl="0" marL="0" marR="0" rtl="0" algn="ctr">
                <a:spcBef>
                  <a:spcPts val="0"/>
                </a:spcBef>
                <a:spcAft>
                  <a:spcPts val="0"/>
                </a:spcAft>
                <a:buNone/>
              </a:pPr>
              <a:r>
                <a:rPr b="1" lang="en-US" sz="1600">
                  <a:solidFill>
                    <a:schemeClr val="dk1"/>
                  </a:solidFill>
                  <a:latin typeface="Calibri"/>
                  <a:ea typeface="Calibri"/>
                  <a:cs typeface="Calibri"/>
                  <a:sym typeface="Calibri"/>
                </a:rPr>
                <a:t>Lorem ipsum</a:t>
              </a:r>
              <a:endParaRPr sz="1600">
                <a:solidFill>
                  <a:schemeClr val="dk1"/>
                </a:solidFill>
                <a:latin typeface="Calibri"/>
                <a:ea typeface="Calibri"/>
                <a:cs typeface="Calibri"/>
                <a:sym typeface="Calibri"/>
              </a:endParaRPr>
            </a:p>
          </p:txBody>
        </p:sp>
      </p:grpSp>
      <p:sp>
        <p:nvSpPr>
          <p:cNvPr id="396" name="Google Shape;396;p45"/>
          <p:cNvSpPr/>
          <p:nvPr/>
        </p:nvSpPr>
        <p:spPr>
          <a:xfrm>
            <a:off x="285588" y="798540"/>
            <a:ext cx="5426678" cy="24622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600">
                <a:solidFill>
                  <a:srgbClr val="1E2323"/>
                </a:solidFill>
                <a:latin typeface="Calibri"/>
                <a:ea typeface="Calibri"/>
                <a:cs typeface="Calibri"/>
                <a:sym typeface="Calibri"/>
              </a:rPr>
              <a:t>Unleashing ecosystem opportunities to expand revenue potential</a:t>
            </a:r>
            <a:endParaRPr/>
          </a:p>
        </p:txBody>
      </p:sp>
      <p:sp>
        <p:nvSpPr>
          <p:cNvPr id="397" name="Google Shape;397;p45"/>
          <p:cNvSpPr/>
          <p:nvPr/>
        </p:nvSpPr>
        <p:spPr>
          <a:xfrm>
            <a:off x="4762735" y="1604605"/>
            <a:ext cx="1897499" cy="83099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rgbClr val="0C0C0C"/>
                </a:solidFill>
                <a:latin typeface="Calibri"/>
                <a:ea typeface="Calibri"/>
                <a:cs typeface="Calibri"/>
                <a:sym typeface="Calibri"/>
              </a:rPr>
              <a:t>Companies not equipped to meet rising demands</a:t>
            </a:r>
            <a:endParaRPr/>
          </a:p>
        </p:txBody>
      </p:sp>
      <p:sp>
        <p:nvSpPr>
          <p:cNvPr id="398" name="Google Shape;398;p45"/>
          <p:cNvSpPr/>
          <p:nvPr/>
        </p:nvSpPr>
        <p:spPr>
          <a:xfrm>
            <a:off x="7304209" y="1727716"/>
            <a:ext cx="1754732" cy="5847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rgbClr val="1E2323"/>
                </a:solidFill>
                <a:latin typeface="Calibri"/>
                <a:ea typeface="Calibri"/>
                <a:cs typeface="Calibri"/>
                <a:sym typeface="Calibri"/>
              </a:rPr>
              <a:t>Companies should work together</a:t>
            </a:r>
            <a:endParaRPr/>
          </a:p>
        </p:txBody>
      </p:sp>
      <p:sp>
        <p:nvSpPr>
          <p:cNvPr id="399" name="Google Shape;399;p45"/>
          <p:cNvSpPr/>
          <p:nvPr/>
        </p:nvSpPr>
        <p:spPr>
          <a:xfrm>
            <a:off x="4762735" y="3185014"/>
            <a:ext cx="1462759" cy="5847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rgbClr val="1E2323"/>
                </a:solidFill>
                <a:latin typeface="Calibri"/>
                <a:ea typeface="Calibri"/>
                <a:cs typeface="Calibri"/>
                <a:sym typeface="Calibri"/>
              </a:rPr>
              <a:t>Find strength in unity</a:t>
            </a:r>
            <a:endParaRPr/>
          </a:p>
        </p:txBody>
      </p:sp>
      <p:sp>
        <p:nvSpPr>
          <p:cNvPr id="400" name="Google Shape;400;p45"/>
          <p:cNvSpPr/>
          <p:nvPr/>
        </p:nvSpPr>
        <p:spPr>
          <a:xfrm>
            <a:off x="7304209" y="3185014"/>
            <a:ext cx="1754732" cy="5847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600">
                <a:solidFill>
                  <a:srgbClr val="0C0C0C"/>
                </a:solidFill>
                <a:latin typeface="Calibri"/>
                <a:ea typeface="Calibri"/>
                <a:cs typeface="Calibri"/>
                <a:sym typeface="Calibri"/>
              </a:rPr>
              <a:t>Blurring of boundaries</a:t>
            </a:r>
            <a:endParaRPr/>
          </a:p>
        </p:txBody>
      </p:sp>
      <p:grpSp>
        <p:nvGrpSpPr>
          <p:cNvPr id="401" name="Google Shape;401;p45"/>
          <p:cNvGrpSpPr/>
          <p:nvPr/>
        </p:nvGrpSpPr>
        <p:grpSpPr>
          <a:xfrm>
            <a:off x="3885085" y="1655028"/>
            <a:ext cx="725804" cy="730150"/>
            <a:chOff x="3885085" y="1605138"/>
            <a:chExt cx="725804" cy="730150"/>
          </a:xfrm>
        </p:grpSpPr>
        <p:sp>
          <p:nvSpPr>
            <p:cNvPr id="402" name="Google Shape;402;p45"/>
            <p:cNvSpPr/>
            <p:nvPr/>
          </p:nvSpPr>
          <p:spPr>
            <a:xfrm>
              <a:off x="3885085" y="1605138"/>
              <a:ext cx="725804" cy="730150"/>
            </a:xfrm>
            <a:prstGeom prst="ellipse">
              <a:avLst/>
            </a:prstGeom>
            <a:solidFill>
              <a:schemeClr val="lt1"/>
            </a:solidFill>
            <a:ln cap="flat" cmpd="sng" w="9525">
              <a:solidFill>
                <a:srgbClr val="7F7F7F">
                  <a:alpha val="20000"/>
                </a:srgbClr>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FFFFF"/>
                </a:solidFill>
                <a:latin typeface="Calibri"/>
                <a:ea typeface="Calibri"/>
                <a:cs typeface="Calibri"/>
                <a:sym typeface="Calibri"/>
              </a:endParaRPr>
            </a:p>
          </p:txBody>
        </p:sp>
        <p:grpSp>
          <p:nvGrpSpPr>
            <p:cNvPr id="403" name="Google Shape;403;p45"/>
            <p:cNvGrpSpPr/>
            <p:nvPr/>
          </p:nvGrpSpPr>
          <p:grpSpPr>
            <a:xfrm>
              <a:off x="4074950" y="1803526"/>
              <a:ext cx="346075" cy="333375"/>
              <a:chOff x="2559" y="1255"/>
              <a:chExt cx="218" cy="210"/>
            </a:xfrm>
          </p:grpSpPr>
          <p:cxnSp>
            <p:nvCxnSpPr>
              <p:cNvPr id="404" name="Google Shape;404;p45"/>
              <p:cNvCxnSpPr/>
              <p:nvPr/>
            </p:nvCxnSpPr>
            <p:spPr>
              <a:xfrm>
                <a:off x="2765" y="1465"/>
                <a:ext cx="12" cy="0"/>
              </a:xfrm>
              <a:prstGeom prst="straightConnector1">
                <a:avLst/>
              </a:prstGeom>
              <a:noFill/>
              <a:ln cap="rnd" cmpd="sng" w="12700">
                <a:solidFill>
                  <a:srgbClr val="4E84C4"/>
                </a:solidFill>
                <a:prstDash val="solid"/>
                <a:miter lim="8000"/>
                <a:headEnd len="med" w="med" type="none"/>
                <a:tailEnd len="med" w="med" type="none"/>
              </a:ln>
            </p:spPr>
          </p:cxnSp>
          <p:cxnSp>
            <p:nvCxnSpPr>
              <p:cNvPr id="405" name="Google Shape;405;p45"/>
              <p:cNvCxnSpPr/>
              <p:nvPr/>
            </p:nvCxnSpPr>
            <p:spPr>
              <a:xfrm>
                <a:off x="2559" y="1465"/>
                <a:ext cx="193" cy="0"/>
              </a:xfrm>
              <a:prstGeom prst="straightConnector1">
                <a:avLst/>
              </a:prstGeom>
              <a:noFill/>
              <a:ln cap="rnd" cmpd="sng" w="12700">
                <a:solidFill>
                  <a:srgbClr val="4E84C4"/>
                </a:solidFill>
                <a:prstDash val="solid"/>
                <a:round/>
                <a:headEnd len="med" w="med" type="none"/>
                <a:tailEnd len="med" w="med" type="none"/>
              </a:ln>
            </p:spPr>
          </p:cxnSp>
          <p:sp>
            <p:nvSpPr>
              <p:cNvPr id="406" name="Google Shape;406;p45"/>
              <p:cNvSpPr/>
              <p:nvPr/>
            </p:nvSpPr>
            <p:spPr>
              <a:xfrm>
                <a:off x="2589" y="1255"/>
                <a:ext cx="12" cy="11"/>
              </a:xfrm>
              <a:prstGeom prst="ellipse">
                <a:avLst/>
              </a:prstGeom>
              <a:solidFill>
                <a:srgbClr val="394552"/>
              </a:solidFill>
              <a:ln cap="flat"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07" name="Google Shape;407;p45"/>
              <p:cNvSpPr/>
              <p:nvPr/>
            </p:nvSpPr>
            <p:spPr>
              <a:xfrm>
                <a:off x="2569" y="1269"/>
                <a:ext cx="76" cy="43"/>
              </a:xfrm>
              <a:custGeom>
                <a:rect b="b" l="l" r="r" t="t"/>
                <a:pathLst>
                  <a:path extrusionOk="0" h="51" w="89">
                    <a:moveTo>
                      <a:pt x="89" y="0"/>
                    </a:moveTo>
                    <a:cubicBezTo>
                      <a:pt x="89" y="0"/>
                      <a:pt x="71" y="25"/>
                      <a:pt x="42" y="24"/>
                    </a:cubicBezTo>
                    <a:cubicBezTo>
                      <a:pt x="42" y="24"/>
                      <a:pt x="22" y="18"/>
                      <a:pt x="0" y="51"/>
                    </a:cubicBezTo>
                  </a:path>
                </a:pathLst>
              </a:custGeom>
              <a:noFill/>
              <a:ln cap="rnd"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08" name="Google Shape;408;p45"/>
              <p:cNvSpPr/>
              <p:nvPr/>
            </p:nvSpPr>
            <p:spPr>
              <a:xfrm>
                <a:off x="2571" y="1291"/>
                <a:ext cx="45" cy="68"/>
              </a:xfrm>
              <a:custGeom>
                <a:rect b="b" l="l" r="r" t="t"/>
                <a:pathLst>
                  <a:path extrusionOk="0" h="80" w="52">
                    <a:moveTo>
                      <a:pt x="0" y="80"/>
                    </a:moveTo>
                    <a:cubicBezTo>
                      <a:pt x="0" y="80"/>
                      <a:pt x="31" y="77"/>
                      <a:pt x="36" y="72"/>
                    </a:cubicBezTo>
                    <a:cubicBezTo>
                      <a:pt x="36" y="72"/>
                      <a:pt x="52" y="27"/>
                      <a:pt x="40" y="0"/>
                    </a:cubicBezTo>
                  </a:path>
                </a:pathLst>
              </a:custGeom>
              <a:noFill/>
              <a:ln cap="rnd"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09" name="Google Shape;409;p45"/>
              <p:cNvSpPr/>
              <p:nvPr/>
            </p:nvSpPr>
            <p:spPr>
              <a:xfrm>
                <a:off x="2610" y="1318"/>
                <a:ext cx="47" cy="25"/>
              </a:xfrm>
              <a:custGeom>
                <a:rect b="b" l="l" r="r" t="t"/>
                <a:pathLst>
                  <a:path extrusionOk="0" h="29" w="55">
                    <a:moveTo>
                      <a:pt x="55" y="29"/>
                    </a:moveTo>
                    <a:cubicBezTo>
                      <a:pt x="55" y="29"/>
                      <a:pt x="45" y="6"/>
                      <a:pt x="35" y="1"/>
                    </a:cubicBezTo>
                    <a:cubicBezTo>
                      <a:pt x="35" y="1"/>
                      <a:pt x="21" y="0"/>
                      <a:pt x="0" y="7"/>
                    </a:cubicBezTo>
                  </a:path>
                </a:pathLst>
              </a:custGeom>
              <a:noFill/>
              <a:ln cap="rnd"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10" name="Google Shape;410;p45"/>
              <p:cNvSpPr/>
              <p:nvPr/>
            </p:nvSpPr>
            <p:spPr>
              <a:xfrm>
                <a:off x="2576" y="1411"/>
                <a:ext cx="35" cy="51"/>
              </a:xfrm>
              <a:custGeom>
                <a:rect b="b" l="l" r="r" t="t"/>
                <a:pathLst>
                  <a:path extrusionOk="0" h="60" w="40">
                    <a:moveTo>
                      <a:pt x="0" y="46"/>
                    </a:moveTo>
                    <a:cubicBezTo>
                      <a:pt x="0" y="12"/>
                      <a:pt x="0" y="12"/>
                      <a:pt x="0" y="12"/>
                    </a:cubicBezTo>
                    <a:cubicBezTo>
                      <a:pt x="0" y="5"/>
                      <a:pt x="5" y="0"/>
                      <a:pt x="12" y="0"/>
                    </a:cubicBezTo>
                    <a:cubicBezTo>
                      <a:pt x="28" y="0"/>
                      <a:pt x="28" y="0"/>
                      <a:pt x="28" y="0"/>
                    </a:cubicBezTo>
                    <a:cubicBezTo>
                      <a:pt x="34" y="0"/>
                      <a:pt x="40" y="5"/>
                      <a:pt x="40" y="12"/>
                    </a:cubicBezTo>
                    <a:cubicBezTo>
                      <a:pt x="40" y="60"/>
                      <a:pt x="40" y="60"/>
                      <a:pt x="40" y="60"/>
                    </a:cubicBezTo>
                  </a:path>
                </a:pathLst>
              </a:custGeom>
              <a:noFill/>
              <a:ln cap="flat"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11" name="Google Shape;411;p45"/>
              <p:cNvSpPr/>
              <p:nvPr/>
            </p:nvSpPr>
            <p:spPr>
              <a:xfrm>
                <a:off x="2639" y="1374"/>
                <a:ext cx="33" cy="88"/>
              </a:xfrm>
              <a:custGeom>
                <a:rect b="b" l="l" r="r" t="t"/>
                <a:pathLst>
                  <a:path extrusionOk="0" h="104" w="39">
                    <a:moveTo>
                      <a:pt x="0" y="90"/>
                    </a:moveTo>
                    <a:cubicBezTo>
                      <a:pt x="0" y="11"/>
                      <a:pt x="0" y="11"/>
                      <a:pt x="0" y="11"/>
                    </a:cubicBezTo>
                    <a:cubicBezTo>
                      <a:pt x="0" y="5"/>
                      <a:pt x="5" y="0"/>
                      <a:pt x="12" y="0"/>
                    </a:cubicBezTo>
                    <a:cubicBezTo>
                      <a:pt x="28" y="0"/>
                      <a:pt x="28" y="0"/>
                      <a:pt x="28" y="0"/>
                    </a:cubicBezTo>
                    <a:cubicBezTo>
                      <a:pt x="34" y="0"/>
                      <a:pt x="39" y="5"/>
                      <a:pt x="39" y="11"/>
                    </a:cubicBezTo>
                    <a:cubicBezTo>
                      <a:pt x="39" y="104"/>
                      <a:pt x="39" y="104"/>
                      <a:pt x="39" y="104"/>
                    </a:cubicBezTo>
                  </a:path>
                </a:pathLst>
              </a:custGeom>
              <a:noFill/>
              <a:ln cap="flat"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12" name="Google Shape;412;p45"/>
              <p:cNvSpPr/>
              <p:nvPr/>
            </p:nvSpPr>
            <p:spPr>
              <a:xfrm>
                <a:off x="2701" y="1321"/>
                <a:ext cx="34" cy="141"/>
              </a:xfrm>
              <a:custGeom>
                <a:rect b="b" l="l" r="r" t="t"/>
                <a:pathLst>
                  <a:path extrusionOk="0" h="166" w="39">
                    <a:moveTo>
                      <a:pt x="0" y="152"/>
                    </a:moveTo>
                    <a:cubicBezTo>
                      <a:pt x="0" y="12"/>
                      <a:pt x="0" y="12"/>
                      <a:pt x="0" y="12"/>
                    </a:cubicBezTo>
                    <a:cubicBezTo>
                      <a:pt x="0" y="5"/>
                      <a:pt x="5" y="0"/>
                      <a:pt x="12" y="0"/>
                    </a:cubicBezTo>
                    <a:cubicBezTo>
                      <a:pt x="28" y="0"/>
                      <a:pt x="28" y="0"/>
                      <a:pt x="28" y="0"/>
                    </a:cubicBezTo>
                    <a:cubicBezTo>
                      <a:pt x="34" y="0"/>
                      <a:pt x="39" y="5"/>
                      <a:pt x="39" y="12"/>
                    </a:cubicBezTo>
                    <a:cubicBezTo>
                      <a:pt x="39" y="166"/>
                      <a:pt x="39" y="166"/>
                      <a:pt x="39" y="166"/>
                    </a:cubicBezTo>
                  </a:path>
                </a:pathLst>
              </a:custGeom>
              <a:noFill/>
              <a:ln cap="flat"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grpSp>
      </p:grpSp>
      <p:grpSp>
        <p:nvGrpSpPr>
          <p:cNvPr id="413" name="Google Shape;413;p45"/>
          <p:cNvGrpSpPr/>
          <p:nvPr/>
        </p:nvGrpSpPr>
        <p:grpSpPr>
          <a:xfrm>
            <a:off x="3941449" y="3112326"/>
            <a:ext cx="725804" cy="730150"/>
            <a:chOff x="3863818" y="3139569"/>
            <a:chExt cx="725804" cy="730150"/>
          </a:xfrm>
        </p:grpSpPr>
        <p:sp>
          <p:nvSpPr>
            <p:cNvPr id="414" name="Google Shape;414;p45"/>
            <p:cNvSpPr/>
            <p:nvPr/>
          </p:nvSpPr>
          <p:spPr>
            <a:xfrm>
              <a:off x="3863818" y="3139569"/>
              <a:ext cx="725804" cy="730150"/>
            </a:xfrm>
            <a:prstGeom prst="ellipse">
              <a:avLst/>
            </a:prstGeom>
            <a:solidFill>
              <a:schemeClr val="lt1"/>
            </a:solidFill>
            <a:ln cap="flat" cmpd="sng" w="9525">
              <a:solidFill>
                <a:srgbClr val="7F7F7F">
                  <a:alpha val="20000"/>
                </a:srgbClr>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FFFFF"/>
                </a:solidFill>
                <a:latin typeface="Calibri"/>
                <a:ea typeface="Calibri"/>
                <a:cs typeface="Calibri"/>
                <a:sym typeface="Calibri"/>
              </a:endParaRPr>
            </a:p>
          </p:txBody>
        </p:sp>
        <p:grpSp>
          <p:nvGrpSpPr>
            <p:cNvPr id="415" name="Google Shape;415;p45"/>
            <p:cNvGrpSpPr/>
            <p:nvPr/>
          </p:nvGrpSpPr>
          <p:grpSpPr>
            <a:xfrm>
              <a:off x="4028928" y="3319083"/>
              <a:ext cx="382588" cy="382588"/>
              <a:chOff x="2558" y="2113"/>
              <a:chExt cx="241" cy="241"/>
            </a:xfrm>
          </p:grpSpPr>
          <p:sp>
            <p:nvSpPr>
              <p:cNvPr id="416" name="Google Shape;416;p45"/>
              <p:cNvSpPr/>
              <p:nvPr/>
            </p:nvSpPr>
            <p:spPr>
              <a:xfrm>
                <a:off x="2667" y="2166"/>
                <a:ext cx="19" cy="22"/>
              </a:xfrm>
              <a:custGeom>
                <a:rect b="b" l="l" r="r" t="t"/>
                <a:pathLst>
                  <a:path extrusionOk="0" h="24" w="21">
                    <a:moveTo>
                      <a:pt x="0" y="24"/>
                    </a:moveTo>
                    <a:cubicBezTo>
                      <a:pt x="0" y="11"/>
                      <a:pt x="0" y="11"/>
                      <a:pt x="0" y="11"/>
                    </a:cubicBezTo>
                    <a:cubicBezTo>
                      <a:pt x="0" y="5"/>
                      <a:pt x="4" y="0"/>
                      <a:pt x="10" y="0"/>
                    </a:cubicBezTo>
                    <a:cubicBezTo>
                      <a:pt x="16" y="0"/>
                      <a:pt x="21" y="5"/>
                      <a:pt x="21" y="11"/>
                    </a:cubicBezTo>
                    <a:cubicBezTo>
                      <a:pt x="21" y="24"/>
                      <a:pt x="21" y="24"/>
                      <a:pt x="21" y="24"/>
                    </a:cubicBezTo>
                  </a:path>
                </a:pathLst>
              </a:custGeom>
              <a:noFill/>
              <a:ln cap="flat"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17" name="Google Shape;417;p45"/>
              <p:cNvSpPr/>
              <p:nvPr/>
            </p:nvSpPr>
            <p:spPr>
              <a:xfrm>
                <a:off x="2686" y="2177"/>
                <a:ext cx="19" cy="57"/>
              </a:xfrm>
              <a:custGeom>
                <a:rect b="b" l="l" r="r" t="t"/>
                <a:pathLst>
                  <a:path extrusionOk="0" h="63" w="21">
                    <a:moveTo>
                      <a:pt x="0" y="63"/>
                    </a:moveTo>
                    <a:cubicBezTo>
                      <a:pt x="0" y="11"/>
                      <a:pt x="0" y="11"/>
                      <a:pt x="0" y="11"/>
                    </a:cubicBezTo>
                    <a:cubicBezTo>
                      <a:pt x="0" y="5"/>
                      <a:pt x="5" y="0"/>
                      <a:pt x="10" y="0"/>
                    </a:cubicBezTo>
                    <a:cubicBezTo>
                      <a:pt x="16" y="0"/>
                      <a:pt x="21" y="5"/>
                      <a:pt x="21" y="11"/>
                    </a:cubicBezTo>
                    <a:cubicBezTo>
                      <a:pt x="21" y="34"/>
                      <a:pt x="21" y="34"/>
                      <a:pt x="21" y="34"/>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18" name="Google Shape;418;p45"/>
              <p:cNvSpPr/>
              <p:nvPr/>
            </p:nvSpPr>
            <p:spPr>
              <a:xfrm>
                <a:off x="2647" y="2177"/>
                <a:ext cx="20" cy="89"/>
              </a:xfrm>
              <a:custGeom>
                <a:rect b="b" l="l" r="r" t="t"/>
                <a:pathLst>
                  <a:path extrusionOk="0" h="99" w="22">
                    <a:moveTo>
                      <a:pt x="0" y="99"/>
                    </a:moveTo>
                    <a:cubicBezTo>
                      <a:pt x="0" y="10"/>
                      <a:pt x="0" y="10"/>
                      <a:pt x="0" y="10"/>
                    </a:cubicBezTo>
                    <a:cubicBezTo>
                      <a:pt x="0" y="4"/>
                      <a:pt x="5" y="0"/>
                      <a:pt x="11" y="0"/>
                    </a:cubicBezTo>
                    <a:cubicBezTo>
                      <a:pt x="17" y="0"/>
                      <a:pt x="22" y="4"/>
                      <a:pt x="22" y="10"/>
                    </a:cubicBezTo>
                    <a:cubicBezTo>
                      <a:pt x="22" y="64"/>
                      <a:pt x="22" y="64"/>
                      <a:pt x="22" y="64"/>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19" name="Google Shape;419;p45"/>
              <p:cNvSpPr/>
              <p:nvPr/>
            </p:nvSpPr>
            <p:spPr>
              <a:xfrm>
                <a:off x="2625" y="2219"/>
                <a:ext cx="22" cy="103"/>
              </a:xfrm>
              <a:custGeom>
                <a:rect b="b" l="l" r="r" t="t"/>
                <a:pathLst>
                  <a:path extrusionOk="0" h="114" w="25">
                    <a:moveTo>
                      <a:pt x="25" y="15"/>
                    </a:moveTo>
                    <a:cubicBezTo>
                      <a:pt x="16" y="1"/>
                      <a:pt x="1" y="0"/>
                      <a:pt x="1" y="7"/>
                    </a:cubicBezTo>
                    <a:cubicBezTo>
                      <a:pt x="1" y="61"/>
                      <a:pt x="1" y="61"/>
                      <a:pt x="1" y="61"/>
                    </a:cubicBezTo>
                    <a:cubicBezTo>
                      <a:pt x="1" y="68"/>
                      <a:pt x="0" y="74"/>
                      <a:pt x="25" y="97"/>
                    </a:cubicBezTo>
                    <a:cubicBezTo>
                      <a:pt x="25" y="114"/>
                      <a:pt x="25" y="114"/>
                      <a:pt x="25" y="114"/>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0" name="Google Shape;420;p45"/>
              <p:cNvSpPr/>
              <p:nvPr/>
            </p:nvSpPr>
            <p:spPr>
              <a:xfrm>
                <a:off x="2705" y="2195"/>
                <a:ext cx="20" cy="127"/>
              </a:xfrm>
              <a:custGeom>
                <a:rect b="b" l="l" r="r" t="t"/>
                <a:pathLst>
                  <a:path extrusionOk="0" h="141" w="22">
                    <a:moveTo>
                      <a:pt x="0" y="49"/>
                    </a:moveTo>
                    <a:cubicBezTo>
                      <a:pt x="0" y="11"/>
                      <a:pt x="0" y="11"/>
                      <a:pt x="0" y="11"/>
                    </a:cubicBezTo>
                    <a:cubicBezTo>
                      <a:pt x="0" y="5"/>
                      <a:pt x="5" y="0"/>
                      <a:pt x="10" y="0"/>
                    </a:cubicBezTo>
                    <a:cubicBezTo>
                      <a:pt x="16" y="0"/>
                      <a:pt x="21" y="5"/>
                      <a:pt x="21" y="11"/>
                    </a:cubicBezTo>
                    <a:cubicBezTo>
                      <a:pt x="21" y="88"/>
                      <a:pt x="21" y="88"/>
                      <a:pt x="21" y="88"/>
                    </a:cubicBezTo>
                    <a:cubicBezTo>
                      <a:pt x="21" y="95"/>
                      <a:pt x="22" y="108"/>
                      <a:pt x="10" y="124"/>
                    </a:cubicBezTo>
                    <a:cubicBezTo>
                      <a:pt x="10" y="141"/>
                      <a:pt x="10" y="141"/>
                      <a:pt x="10" y="141"/>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1" name="Google Shape;421;p45"/>
              <p:cNvSpPr/>
              <p:nvPr/>
            </p:nvSpPr>
            <p:spPr>
              <a:xfrm>
                <a:off x="2635" y="2324"/>
                <a:ext cx="92" cy="30"/>
              </a:xfrm>
              <a:custGeom>
                <a:rect b="b" l="l" r="r" t="t"/>
                <a:pathLst>
                  <a:path extrusionOk="0" h="30" w="92">
                    <a:moveTo>
                      <a:pt x="92" y="30"/>
                    </a:moveTo>
                    <a:lnTo>
                      <a:pt x="92" y="0"/>
                    </a:lnTo>
                    <a:lnTo>
                      <a:pt x="0" y="0"/>
                    </a:lnTo>
                    <a:lnTo>
                      <a:pt x="0" y="30"/>
                    </a:lnTo>
                  </a:path>
                </a:pathLst>
              </a:custGeom>
              <a:noFill/>
              <a:ln cap="flat" cmpd="sng" w="12700">
                <a:solidFill>
                  <a:srgbClr val="4E84C4"/>
                </a:solidFill>
                <a:prstDash val="solid"/>
                <a:miter lim="8000"/>
                <a:headEnd len="med" w="med" type="none"/>
                <a:tailEnd len="med" w="med"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2" name="Google Shape;422;p45"/>
              <p:cNvSpPr/>
              <p:nvPr/>
            </p:nvSpPr>
            <p:spPr>
              <a:xfrm>
                <a:off x="2656" y="2342"/>
                <a:ext cx="6" cy="6"/>
              </a:xfrm>
              <a:prstGeom prst="ellipse">
                <a:avLst/>
              </a:prstGeom>
              <a:solidFill>
                <a:srgbClr val="394553"/>
              </a:solidFill>
              <a:ln cap="flat"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3" name="Google Shape;423;p45"/>
              <p:cNvSpPr/>
              <p:nvPr/>
            </p:nvSpPr>
            <p:spPr>
              <a:xfrm>
                <a:off x="2707" y="2144"/>
                <a:ext cx="19" cy="36"/>
              </a:xfrm>
              <a:custGeom>
                <a:rect b="b" l="l" r="r" t="t"/>
                <a:pathLst>
                  <a:path extrusionOk="0" h="40" w="21">
                    <a:moveTo>
                      <a:pt x="21" y="40"/>
                    </a:moveTo>
                    <a:cubicBezTo>
                      <a:pt x="17" y="35"/>
                      <a:pt x="11" y="28"/>
                      <a:pt x="0" y="17"/>
                    </a:cubicBezTo>
                    <a:cubicBezTo>
                      <a:pt x="0" y="0"/>
                      <a:pt x="0" y="0"/>
                      <a:pt x="0" y="0"/>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4" name="Google Shape;424;p45"/>
              <p:cNvSpPr/>
              <p:nvPr/>
            </p:nvSpPr>
            <p:spPr>
              <a:xfrm>
                <a:off x="2631" y="2144"/>
                <a:ext cx="9" cy="35"/>
              </a:xfrm>
              <a:custGeom>
                <a:rect b="b" l="l" r="r" t="t"/>
                <a:pathLst>
                  <a:path extrusionOk="0" h="39" w="10">
                    <a:moveTo>
                      <a:pt x="0" y="39"/>
                    </a:moveTo>
                    <a:cubicBezTo>
                      <a:pt x="1" y="33"/>
                      <a:pt x="4" y="26"/>
                      <a:pt x="10" y="17"/>
                    </a:cubicBezTo>
                    <a:cubicBezTo>
                      <a:pt x="10" y="0"/>
                      <a:pt x="10" y="0"/>
                      <a:pt x="10" y="0"/>
                    </a:cubicBezTo>
                  </a:path>
                </a:pathLst>
              </a:custGeom>
              <a:noFill/>
              <a:ln cap="flat"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5" name="Google Shape;425;p45"/>
              <p:cNvSpPr/>
              <p:nvPr/>
            </p:nvSpPr>
            <p:spPr>
              <a:xfrm>
                <a:off x="2628" y="2113"/>
                <a:ext cx="92" cy="30"/>
              </a:xfrm>
              <a:custGeom>
                <a:rect b="b" l="l" r="r" t="t"/>
                <a:pathLst>
                  <a:path extrusionOk="0" h="30" w="92">
                    <a:moveTo>
                      <a:pt x="0" y="0"/>
                    </a:moveTo>
                    <a:lnTo>
                      <a:pt x="0" y="30"/>
                    </a:lnTo>
                    <a:lnTo>
                      <a:pt x="92" y="30"/>
                    </a:lnTo>
                    <a:lnTo>
                      <a:pt x="92" y="0"/>
                    </a:lnTo>
                  </a:path>
                </a:pathLst>
              </a:custGeom>
              <a:noFill/>
              <a:ln cap="flat" cmpd="sng" w="12700">
                <a:solidFill>
                  <a:srgbClr val="4E84C4"/>
                </a:solidFill>
                <a:prstDash val="solid"/>
                <a:miter lim="8000"/>
                <a:headEnd len="med" w="med" type="none"/>
                <a:tailEnd len="med" w="med"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6" name="Google Shape;426;p45"/>
              <p:cNvSpPr/>
              <p:nvPr/>
            </p:nvSpPr>
            <p:spPr>
              <a:xfrm>
                <a:off x="2692" y="2118"/>
                <a:ext cx="6" cy="6"/>
              </a:xfrm>
              <a:prstGeom prst="ellipse">
                <a:avLst/>
              </a:prstGeom>
              <a:solidFill>
                <a:srgbClr val="394553"/>
              </a:solidFill>
              <a:ln cap="flat"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7" name="Google Shape;427;p45"/>
              <p:cNvSpPr/>
              <p:nvPr/>
            </p:nvSpPr>
            <p:spPr>
              <a:xfrm>
                <a:off x="2635" y="2324"/>
                <a:ext cx="92" cy="30"/>
              </a:xfrm>
              <a:custGeom>
                <a:rect b="b" l="l" r="r" t="t"/>
                <a:pathLst>
                  <a:path extrusionOk="0" h="30" w="92">
                    <a:moveTo>
                      <a:pt x="92" y="30"/>
                    </a:moveTo>
                    <a:lnTo>
                      <a:pt x="92" y="0"/>
                    </a:lnTo>
                    <a:lnTo>
                      <a:pt x="0" y="0"/>
                    </a:lnTo>
                    <a:lnTo>
                      <a:pt x="0" y="30"/>
                    </a:lnTo>
                  </a:path>
                </a:pathLst>
              </a:custGeom>
              <a:noFill/>
              <a:ln cap="flat" cmpd="sng" w="12700">
                <a:solidFill>
                  <a:srgbClr val="4E84C4"/>
                </a:solidFill>
                <a:prstDash val="solid"/>
                <a:miter lim="8000"/>
                <a:headEnd len="med" w="med" type="none"/>
                <a:tailEnd len="med" w="med"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8" name="Google Shape;428;p45"/>
              <p:cNvSpPr/>
              <p:nvPr/>
            </p:nvSpPr>
            <p:spPr>
              <a:xfrm>
                <a:off x="2656" y="2342"/>
                <a:ext cx="6" cy="6"/>
              </a:xfrm>
              <a:prstGeom prst="ellipse">
                <a:avLst/>
              </a:prstGeom>
              <a:solidFill>
                <a:srgbClr val="394553"/>
              </a:solidFill>
              <a:ln cap="flat"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29" name="Google Shape;429;p45"/>
              <p:cNvSpPr/>
              <p:nvPr/>
            </p:nvSpPr>
            <p:spPr>
              <a:xfrm>
                <a:off x="2721" y="2273"/>
                <a:ext cx="47" cy="21"/>
              </a:xfrm>
              <a:custGeom>
                <a:rect b="b" l="l" r="r" t="t"/>
                <a:pathLst>
                  <a:path extrusionOk="0" h="24" w="52">
                    <a:moveTo>
                      <a:pt x="0" y="24"/>
                    </a:moveTo>
                    <a:cubicBezTo>
                      <a:pt x="7" y="24"/>
                      <a:pt x="13" y="23"/>
                      <a:pt x="34" y="0"/>
                    </a:cubicBezTo>
                    <a:cubicBezTo>
                      <a:pt x="52" y="0"/>
                      <a:pt x="52" y="0"/>
                      <a:pt x="52" y="0"/>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30" name="Google Shape;430;p45"/>
              <p:cNvSpPr/>
              <p:nvPr/>
            </p:nvSpPr>
            <p:spPr>
              <a:xfrm>
                <a:off x="2720" y="2195"/>
                <a:ext cx="48" cy="11"/>
              </a:xfrm>
              <a:custGeom>
                <a:rect b="b" l="l" r="r" t="t"/>
                <a:pathLst>
                  <a:path extrusionOk="0" h="12" w="53">
                    <a:moveTo>
                      <a:pt x="0" y="1"/>
                    </a:moveTo>
                    <a:cubicBezTo>
                      <a:pt x="7" y="1"/>
                      <a:pt x="19" y="0"/>
                      <a:pt x="35" y="12"/>
                    </a:cubicBezTo>
                    <a:cubicBezTo>
                      <a:pt x="53" y="12"/>
                      <a:pt x="53" y="12"/>
                      <a:pt x="53" y="12"/>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31" name="Google Shape;431;p45"/>
              <p:cNvSpPr/>
              <p:nvPr/>
            </p:nvSpPr>
            <p:spPr>
              <a:xfrm>
                <a:off x="2769" y="2194"/>
                <a:ext cx="30" cy="91"/>
              </a:xfrm>
              <a:custGeom>
                <a:rect b="b" l="l" r="r" t="t"/>
                <a:pathLst>
                  <a:path extrusionOk="0" h="91" w="30">
                    <a:moveTo>
                      <a:pt x="30" y="0"/>
                    </a:moveTo>
                    <a:lnTo>
                      <a:pt x="0" y="0"/>
                    </a:lnTo>
                    <a:lnTo>
                      <a:pt x="0" y="91"/>
                    </a:lnTo>
                    <a:lnTo>
                      <a:pt x="30" y="91"/>
                    </a:lnTo>
                  </a:path>
                </a:pathLst>
              </a:custGeom>
              <a:noFill/>
              <a:ln cap="flat" cmpd="sng" w="12700">
                <a:solidFill>
                  <a:srgbClr val="4E84C4"/>
                </a:solidFill>
                <a:prstDash val="solid"/>
                <a:miter lim="8000"/>
                <a:headEnd len="med" w="med" type="none"/>
                <a:tailEnd len="med" w="med"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32" name="Google Shape;432;p45"/>
              <p:cNvSpPr/>
              <p:nvPr/>
            </p:nvSpPr>
            <p:spPr>
              <a:xfrm>
                <a:off x="2787" y="2258"/>
                <a:ext cx="7" cy="7"/>
              </a:xfrm>
              <a:prstGeom prst="ellipse">
                <a:avLst/>
              </a:prstGeom>
              <a:solidFill>
                <a:srgbClr val="394553"/>
              </a:solidFill>
              <a:ln cap="flat"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33" name="Google Shape;433;p45"/>
              <p:cNvSpPr/>
              <p:nvPr/>
            </p:nvSpPr>
            <p:spPr>
              <a:xfrm>
                <a:off x="2589" y="2194"/>
                <a:ext cx="41" cy="22"/>
              </a:xfrm>
              <a:custGeom>
                <a:rect b="b" l="l" r="r" t="t"/>
                <a:pathLst>
                  <a:path extrusionOk="0" h="24" w="46">
                    <a:moveTo>
                      <a:pt x="0" y="24"/>
                    </a:moveTo>
                    <a:cubicBezTo>
                      <a:pt x="18" y="24"/>
                      <a:pt x="18" y="24"/>
                      <a:pt x="18" y="24"/>
                    </a:cubicBezTo>
                    <a:cubicBezTo>
                      <a:pt x="33" y="7"/>
                      <a:pt x="41" y="2"/>
                      <a:pt x="46" y="0"/>
                    </a:cubicBezTo>
                  </a:path>
                </a:pathLst>
              </a:custGeom>
              <a:noFill/>
              <a:ln cap="flat"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34" name="Google Shape;434;p45"/>
              <p:cNvSpPr/>
              <p:nvPr/>
            </p:nvSpPr>
            <p:spPr>
              <a:xfrm>
                <a:off x="2589" y="2283"/>
                <a:ext cx="44" cy="10"/>
              </a:xfrm>
              <a:custGeom>
                <a:rect b="b" l="l" r="r" t="t"/>
                <a:pathLst>
                  <a:path extrusionOk="0" h="11" w="49">
                    <a:moveTo>
                      <a:pt x="49" y="11"/>
                    </a:moveTo>
                    <a:cubicBezTo>
                      <a:pt x="42" y="11"/>
                      <a:pt x="31" y="10"/>
                      <a:pt x="18" y="0"/>
                    </a:cubicBezTo>
                    <a:cubicBezTo>
                      <a:pt x="0" y="0"/>
                      <a:pt x="0" y="0"/>
                      <a:pt x="0" y="0"/>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35" name="Google Shape;435;p45"/>
              <p:cNvSpPr/>
              <p:nvPr/>
            </p:nvSpPr>
            <p:spPr>
              <a:xfrm>
                <a:off x="2558" y="2203"/>
                <a:ext cx="30" cy="91"/>
              </a:xfrm>
              <a:custGeom>
                <a:rect b="b" l="l" r="r" t="t"/>
                <a:pathLst>
                  <a:path extrusionOk="0" h="91" w="30">
                    <a:moveTo>
                      <a:pt x="0" y="91"/>
                    </a:moveTo>
                    <a:lnTo>
                      <a:pt x="30" y="91"/>
                    </a:lnTo>
                    <a:lnTo>
                      <a:pt x="30" y="0"/>
                    </a:lnTo>
                    <a:lnTo>
                      <a:pt x="0" y="0"/>
                    </a:lnTo>
                  </a:path>
                </a:pathLst>
              </a:custGeom>
              <a:noFill/>
              <a:ln cap="flat" cmpd="sng" w="12700">
                <a:solidFill>
                  <a:srgbClr val="4E84C4"/>
                </a:solidFill>
                <a:prstDash val="solid"/>
                <a:miter lim="8000"/>
                <a:headEnd len="med" w="med" type="none"/>
                <a:tailEnd len="med" w="med"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36" name="Google Shape;436;p45"/>
              <p:cNvSpPr/>
              <p:nvPr/>
            </p:nvSpPr>
            <p:spPr>
              <a:xfrm>
                <a:off x="2563" y="2225"/>
                <a:ext cx="7" cy="5"/>
              </a:xfrm>
              <a:prstGeom prst="ellipse">
                <a:avLst/>
              </a:prstGeom>
              <a:solidFill>
                <a:srgbClr val="394553"/>
              </a:solidFill>
              <a:ln cap="flat"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37" name="Google Shape;437;p45"/>
              <p:cNvSpPr/>
              <p:nvPr/>
            </p:nvSpPr>
            <p:spPr>
              <a:xfrm>
                <a:off x="2769" y="2194"/>
                <a:ext cx="30" cy="91"/>
              </a:xfrm>
              <a:custGeom>
                <a:rect b="b" l="l" r="r" t="t"/>
                <a:pathLst>
                  <a:path extrusionOk="0" h="91" w="30">
                    <a:moveTo>
                      <a:pt x="30" y="0"/>
                    </a:moveTo>
                    <a:lnTo>
                      <a:pt x="0" y="0"/>
                    </a:lnTo>
                    <a:lnTo>
                      <a:pt x="0" y="91"/>
                    </a:lnTo>
                    <a:lnTo>
                      <a:pt x="30" y="91"/>
                    </a:lnTo>
                  </a:path>
                </a:pathLst>
              </a:custGeom>
              <a:noFill/>
              <a:ln cap="flat" cmpd="sng" w="12700">
                <a:solidFill>
                  <a:srgbClr val="4E84C4"/>
                </a:solidFill>
                <a:prstDash val="solid"/>
                <a:miter lim="8000"/>
                <a:headEnd len="med" w="med" type="none"/>
                <a:tailEnd len="med" w="med"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sp>
            <p:nvSpPr>
              <p:cNvPr id="438" name="Google Shape;438;p45"/>
              <p:cNvSpPr/>
              <p:nvPr/>
            </p:nvSpPr>
            <p:spPr>
              <a:xfrm>
                <a:off x="2787" y="2258"/>
                <a:ext cx="7" cy="7"/>
              </a:xfrm>
              <a:prstGeom prst="ellipse">
                <a:avLst/>
              </a:prstGeom>
              <a:solidFill>
                <a:srgbClr val="394553"/>
              </a:solidFill>
              <a:ln cap="flat"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rgbClr val="007DC5"/>
                  </a:solidFill>
                  <a:latin typeface="Calibri"/>
                  <a:ea typeface="Calibri"/>
                  <a:cs typeface="Calibri"/>
                  <a:sym typeface="Calibri"/>
                </a:endParaRPr>
              </a:p>
            </p:txBody>
          </p:sp>
        </p:grpSp>
      </p:grpSp>
      <p:grpSp>
        <p:nvGrpSpPr>
          <p:cNvPr id="439" name="Google Shape;439;p45"/>
          <p:cNvGrpSpPr/>
          <p:nvPr/>
        </p:nvGrpSpPr>
        <p:grpSpPr>
          <a:xfrm>
            <a:off x="6555067" y="1655028"/>
            <a:ext cx="725804" cy="730150"/>
            <a:chOff x="6594613" y="1597668"/>
            <a:chExt cx="725804" cy="730150"/>
          </a:xfrm>
        </p:grpSpPr>
        <p:sp>
          <p:nvSpPr>
            <p:cNvPr id="440" name="Google Shape;440;p45"/>
            <p:cNvSpPr/>
            <p:nvPr/>
          </p:nvSpPr>
          <p:spPr>
            <a:xfrm>
              <a:off x="6594613" y="1597668"/>
              <a:ext cx="725804" cy="730150"/>
            </a:xfrm>
            <a:prstGeom prst="ellipse">
              <a:avLst/>
            </a:prstGeom>
            <a:solidFill>
              <a:schemeClr val="lt1"/>
            </a:solidFill>
            <a:ln cap="flat" cmpd="sng" w="9525">
              <a:solidFill>
                <a:srgbClr val="7F7F7F">
                  <a:alpha val="20000"/>
                </a:srgbClr>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FFFFF"/>
                </a:solidFill>
                <a:latin typeface="Calibri"/>
                <a:ea typeface="Calibri"/>
                <a:cs typeface="Calibri"/>
                <a:sym typeface="Calibri"/>
              </a:endParaRPr>
            </a:p>
          </p:txBody>
        </p:sp>
        <p:grpSp>
          <p:nvGrpSpPr>
            <p:cNvPr id="441" name="Google Shape;441;p45"/>
            <p:cNvGrpSpPr/>
            <p:nvPr/>
          </p:nvGrpSpPr>
          <p:grpSpPr>
            <a:xfrm>
              <a:off x="6782096" y="1777006"/>
              <a:ext cx="350838" cy="371475"/>
              <a:chOff x="4246" y="1277"/>
              <a:chExt cx="221" cy="234"/>
            </a:xfrm>
          </p:grpSpPr>
          <p:sp>
            <p:nvSpPr>
              <p:cNvPr id="442" name="Google Shape;442;p45"/>
              <p:cNvSpPr/>
              <p:nvPr/>
            </p:nvSpPr>
            <p:spPr>
              <a:xfrm>
                <a:off x="4246" y="1463"/>
                <a:ext cx="88" cy="48"/>
              </a:xfrm>
              <a:custGeom>
                <a:rect b="b" l="l" r="r" t="t"/>
                <a:pathLst>
                  <a:path extrusionOk="0" h="49" w="90">
                    <a:moveTo>
                      <a:pt x="0" y="49"/>
                    </a:moveTo>
                    <a:cubicBezTo>
                      <a:pt x="0" y="22"/>
                      <a:pt x="0" y="22"/>
                      <a:pt x="0" y="22"/>
                    </a:cubicBezTo>
                    <a:cubicBezTo>
                      <a:pt x="0" y="6"/>
                      <a:pt x="12" y="0"/>
                      <a:pt x="27" y="0"/>
                    </a:cubicBezTo>
                    <a:cubicBezTo>
                      <a:pt x="45" y="20"/>
                      <a:pt x="45" y="20"/>
                      <a:pt x="45" y="20"/>
                    </a:cubicBezTo>
                    <a:cubicBezTo>
                      <a:pt x="62" y="0"/>
                      <a:pt x="62" y="0"/>
                      <a:pt x="62" y="0"/>
                    </a:cubicBezTo>
                    <a:cubicBezTo>
                      <a:pt x="77" y="0"/>
                      <a:pt x="90" y="6"/>
                      <a:pt x="90" y="22"/>
                    </a:cubicBezTo>
                    <a:cubicBezTo>
                      <a:pt x="90" y="49"/>
                      <a:pt x="90" y="49"/>
                      <a:pt x="90" y="49"/>
                    </a:cubicBezTo>
                  </a:path>
                </a:pathLst>
              </a:custGeom>
              <a:noFill/>
              <a:ln cap="flat"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43" name="Google Shape;443;p45"/>
              <p:cNvSpPr/>
              <p:nvPr/>
            </p:nvSpPr>
            <p:spPr>
              <a:xfrm>
                <a:off x="4270" y="1403"/>
                <a:ext cx="40" cy="46"/>
              </a:xfrm>
              <a:custGeom>
                <a:rect b="b" l="l" r="r" t="t"/>
                <a:pathLst>
                  <a:path extrusionOk="0" h="47" w="40">
                    <a:moveTo>
                      <a:pt x="40" y="27"/>
                    </a:moveTo>
                    <a:cubicBezTo>
                      <a:pt x="40" y="38"/>
                      <a:pt x="31" y="47"/>
                      <a:pt x="20" y="47"/>
                    </a:cubicBezTo>
                    <a:cubicBezTo>
                      <a:pt x="9" y="47"/>
                      <a:pt x="0" y="38"/>
                      <a:pt x="0" y="27"/>
                    </a:cubicBezTo>
                    <a:cubicBezTo>
                      <a:pt x="0" y="20"/>
                      <a:pt x="0" y="20"/>
                      <a:pt x="0" y="20"/>
                    </a:cubicBezTo>
                    <a:cubicBezTo>
                      <a:pt x="0" y="9"/>
                      <a:pt x="9" y="0"/>
                      <a:pt x="20" y="0"/>
                    </a:cubicBezTo>
                    <a:cubicBezTo>
                      <a:pt x="31" y="0"/>
                      <a:pt x="40" y="9"/>
                      <a:pt x="40" y="20"/>
                    </a:cubicBezTo>
                    <a:lnTo>
                      <a:pt x="40" y="27"/>
                    </a:lnTo>
                    <a:close/>
                  </a:path>
                </a:pathLst>
              </a:custGeom>
              <a:noFill/>
              <a:ln cap="flat"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cxnSp>
            <p:nvCxnSpPr>
              <p:cNvPr id="444" name="Google Shape;444;p45"/>
              <p:cNvCxnSpPr/>
              <p:nvPr/>
            </p:nvCxnSpPr>
            <p:spPr>
              <a:xfrm>
                <a:off x="4266" y="1496"/>
                <a:ext cx="0" cy="15"/>
              </a:xfrm>
              <a:prstGeom prst="straightConnector1">
                <a:avLst/>
              </a:prstGeom>
              <a:noFill/>
              <a:ln cap="flat" cmpd="sng" w="12700">
                <a:solidFill>
                  <a:srgbClr val="4E84C4"/>
                </a:solidFill>
                <a:prstDash val="solid"/>
                <a:round/>
                <a:headEnd len="med" w="med" type="none"/>
                <a:tailEnd len="med" w="med" type="none"/>
              </a:ln>
            </p:spPr>
          </p:cxnSp>
          <p:cxnSp>
            <p:nvCxnSpPr>
              <p:cNvPr id="445" name="Google Shape;445;p45"/>
              <p:cNvCxnSpPr/>
              <p:nvPr/>
            </p:nvCxnSpPr>
            <p:spPr>
              <a:xfrm>
                <a:off x="4313" y="1496"/>
                <a:ext cx="0" cy="15"/>
              </a:xfrm>
              <a:prstGeom prst="straightConnector1">
                <a:avLst/>
              </a:prstGeom>
              <a:noFill/>
              <a:ln cap="flat" cmpd="sng" w="12700">
                <a:solidFill>
                  <a:srgbClr val="4E84C4"/>
                </a:solidFill>
                <a:prstDash val="solid"/>
                <a:round/>
                <a:headEnd len="med" w="med" type="none"/>
                <a:tailEnd len="med" w="med" type="none"/>
              </a:ln>
            </p:spPr>
          </p:cxnSp>
          <p:sp>
            <p:nvSpPr>
              <p:cNvPr id="446" name="Google Shape;446;p45"/>
              <p:cNvSpPr/>
              <p:nvPr/>
            </p:nvSpPr>
            <p:spPr>
              <a:xfrm>
                <a:off x="4379" y="1463"/>
                <a:ext cx="88" cy="48"/>
              </a:xfrm>
              <a:custGeom>
                <a:rect b="b" l="l" r="r" t="t"/>
                <a:pathLst>
                  <a:path extrusionOk="0" h="49" w="90">
                    <a:moveTo>
                      <a:pt x="0" y="49"/>
                    </a:moveTo>
                    <a:cubicBezTo>
                      <a:pt x="0" y="22"/>
                      <a:pt x="0" y="22"/>
                      <a:pt x="0" y="22"/>
                    </a:cubicBezTo>
                    <a:cubicBezTo>
                      <a:pt x="0" y="6"/>
                      <a:pt x="12" y="0"/>
                      <a:pt x="27" y="0"/>
                    </a:cubicBezTo>
                    <a:cubicBezTo>
                      <a:pt x="45" y="20"/>
                      <a:pt x="45" y="20"/>
                      <a:pt x="45" y="20"/>
                    </a:cubicBezTo>
                    <a:cubicBezTo>
                      <a:pt x="62" y="0"/>
                      <a:pt x="62" y="0"/>
                      <a:pt x="62" y="0"/>
                    </a:cubicBezTo>
                    <a:cubicBezTo>
                      <a:pt x="77" y="0"/>
                      <a:pt x="90" y="6"/>
                      <a:pt x="90" y="22"/>
                    </a:cubicBezTo>
                    <a:cubicBezTo>
                      <a:pt x="90" y="49"/>
                      <a:pt x="90" y="49"/>
                      <a:pt x="90" y="49"/>
                    </a:cubicBezTo>
                  </a:path>
                </a:pathLst>
              </a:custGeom>
              <a:noFill/>
              <a:ln cap="flat"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47" name="Google Shape;447;p45"/>
              <p:cNvSpPr/>
              <p:nvPr/>
            </p:nvSpPr>
            <p:spPr>
              <a:xfrm>
                <a:off x="4403" y="1403"/>
                <a:ext cx="40" cy="46"/>
              </a:xfrm>
              <a:custGeom>
                <a:rect b="b" l="l" r="r" t="t"/>
                <a:pathLst>
                  <a:path extrusionOk="0" h="47" w="40">
                    <a:moveTo>
                      <a:pt x="40" y="27"/>
                    </a:moveTo>
                    <a:cubicBezTo>
                      <a:pt x="40" y="38"/>
                      <a:pt x="31" y="47"/>
                      <a:pt x="20" y="47"/>
                    </a:cubicBezTo>
                    <a:cubicBezTo>
                      <a:pt x="9" y="47"/>
                      <a:pt x="0" y="38"/>
                      <a:pt x="0" y="27"/>
                    </a:cubicBezTo>
                    <a:cubicBezTo>
                      <a:pt x="0" y="20"/>
                      <a:pt x="0" y="20"/>
                      <a:pt x="0" y="20"/>
                    </a:cubicBezTo>
                    <a:cubicBezTo>
                      <a:pt x="0" y="9"/>
                      <a:pt x="9" y="0"/>
                      <a:pt x="20" y="0"/>
                    </a:cubicBezTo>
                    <a:cubicBezTo>
                      <a:pt x="31" y="0"/>
                      <a:pt x="40" y="9"/>
                      <a:pt x="40" y="20"/>
                    </a:cubicBezTo>
                    <a:lnTo>
                      <a:pt x="40" y="27"/>
                    </a:lnTo>
                    <a:close/>
                  </a:path>
                </a:pathLst>
              </a:custGeom>
              <a:noFill/>
              <a:ln cap="flat" cmpd="sng" w="12700">
                <a:solidFill>
                  <a:srgbClr val="4E84C4"/>
                </a:solidFill>
                <a:prstDash val="solid"/>
                <a:miter lim="8000"/>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cxnSp>
            <p:nvCxnSpPr>
              <p:cNvPr id="448" name="Google Shape;448;p45"/>
              <p:cNvCxnSpPr/>
              <p:nvPr/>
            </p:nvCxnSpPr>
            <p:spPr>
              <a:xfrm>
                <a:off x="4400" y="1496"/>
                <a:ext cx="0" cy="15"/>
              </a:xfrm>
              <a:prstGeom prst="straightConnector1">
                <a:avLst/>
              </a:prstGeom>
              <a:noFill/>
              <a:ln cap="flat" cmpd="sng" w="12700">
                <a:solidFill>
                  <a:srgbClr val="4E84C4"/>
                </a:solidFill>
                <a:prstDash val="solid"/>
                <a:round/>
                <a:headEnd len="med" w="med" type="none"/>
                <a:tailEnd len="med" w="med" type="none"/>
              </a:ln>
            </p:spPr>
          </p:cxnSp>
          <p:cxnSp>
            <p:nvCxnSpPr>
              <p:cNvPr id="449" name="Google Shape;449;p45"/>
              <p:cNvCxnSpPr/>
              <p:nvPr/>
            </p:nvCxnSpPr>
            <p:spPr>
              <a:xfrm>
                <a:off x="4447" y="1496"/>
                <a:ext cx="0" cy="15"/>
              </a:xfrm>
              <a:prstGeom prst="straightConnector1">
                <a:avLst/>
              </a:prstGeom>
              <a:noFill/>
              <a:ln cap="flat" cmpd="sng" w="12700">
                <a:solidFill>
                  <a:srgbClr val="4E84C4"/>
                </a:solidFill>
                <a:prstDash val="solid"/>
                <a:round/>
                <a:headEnd len="med" w="med" type="none"/>
                <a:tailEnd len="med" w="med" type="none"/>
              </a:ln>
            </p:spPr>
          </p:cxnSp>
          <p:sp>
            <p:nvSpPr>
              <p:cNvPr id="450" name="Google Shape;450;p45"/>
              <p:cNvSpPr/>
              <p:nvPr/>
            </p:nvSpPr>
            <p:spPr>
              <a:xfrm>
                <a:off x="4265" y="1277"/>
                <a:ext cx="183" cy="108"/>
              </a:xfrm>
              <a:custGeom>
                <a:rect b="b" l="l" r="r" t="t"/>
                <a:pathLst>
                  <a:path extrusionOk="0" h="111" w="186">
                    <a:moveTo>
                      <a:pt x="161" y="110"/>
                    </a:moveTo>
                    <a:cubicBezTo>
                      <a:pt x="186" y="106"/>
                      <a:pt x="186" y="106"/>
                      <a:pt x="186" y="106"/>
                    </a:cubicBezTo>
                    <a:cubicBezTo>
                      <a:pt x="186" y="80"/>
                      <a:pt x="186" y="80"/>
                      <a:pt x="186" y="80"/>
                    </a:cubicBezTo>
                    <a:cubicBezTo>
                      <a:pt x="161" y="76"/>
                      <a:pt x="161" y="76"/>
                      <a:pt x="161" y="76"/>
                    </a:cubicBezTo>
                    <a:cubicBezTo>
                      <a:pt x="159" y="69"/>
                      <a:pt x="157" y="63"/>
                      <a:pt x="153" y="57"/>
                    </a:cubicBezTo>
                    <a:cubicBezTo>
                      <a:pt x="168" y="37"/>
                      <a:pt x="168" y="37"/>
                      <a:pt x="168" y="37"/>
                    </a:cubicBezTo>
                    <a:cubicBezTo>
                      <a:pt x="149" y="18"/>
                      <a:pt x="149" y="18"/>
                      <a:pt x="149" y="18"/>
                    </a:cubicBezTo>
                    <a:cubicBezTo>
                      <a:pt x="129" y="33"/>
                      <a:pt x="129" y="33"/>
                      <a:pt x="129" y="33"/>
                    </a:cubicBezTo>
                    <a:cubicBezTo>
                      <a:pt x="123" y="29"/>
                      <a:pt x="117" y="27"/>
                      <a:pt x="110" y="25"/>
                    </a:cubicBezTo>
                    <a:cubicBezTo>
                      <a:pt x="106" y="0"/>
                      <a:pt x="106" y="0"/>
                      <a:pt x="106" y="0"/>
                    </a:cubicBezTo>
                    <a:cubicBezTo>
                      <a:pt x="80" y="0"/>
                      <a:pt x="80" y="0"/>
                      <a:pt x="80" y="0"/>
                    </a:cubicBezTo>
                    <a:cubicBezTo>
                      <a:pt x="76" y="25"/>
                      <a:pt x="76" y="25"/>
                      <a:pt x="76" y="25"/>
                    </a:cubicBezTo>
                    <a:cubicBezTo>
                      <a:pt x="69" y="27"/>
                      <a:pt x="63" y="29"/>
                      <a:pt x="57" y="33"/>
                    </a:cubicBezTo>
                    <a:cubicBezTo>
                      <a:pt x="37" y="18"/>
                      <a:pt x="37" y="18"/>
                      <a:pt x="37" y="18"/>
                    </a:cubicBezTo>
                    <a:cubicBezTo>
                      <a:pt x="18" y="37"/>
                      <a:pt x="18" y="37"/>
                      <a:pt x="18" y="37"/>
                    </a:cubicBezTo>
                    <a:cubicBezTo>
                      <a:pt x="32" y="57"/>
                      <a:pt x="32" y="57"/>
                      <a:pt x="32" y="57"/>
                    </a:cubicBezTo>
                    <a:cubicBezTo>
                      <a:pt x="29" y="63"/>
                      <a:pt x="27" y="69"/>
                      <a:pt x="25" y="76"/>
                    </a:cubicBezTo>
                    <a:cubicBezTo>
                      <a:pt x="0" y="80"/>
                      <a:pt x="0" y="80"/>
                      <a:pt x="0" y="80"/>
                    </a:cubicBezTo>
                    <a:cubicBezTo>
                      <a:pt x="0" y="106"/>
                      <a:pt x="0" y="106"/>
                      <a:pt x="0" y="106"/>
                    </a:cubicBezTo>
                    <a:cubicBezTo>
                      <a:pt x="25" y="111"/>
                      <a:pt x="25" y="111"/>
                      <a:pt x="25" y="111"/>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51" name="Google Shape;451;p45"/>
              <p:cNvSpPr/>
              <p:nvPr/>
            </p:nvSpPr>
            <p:spPr>
              <a:xfrm>
                <a:off x="4327" y="1429"/>
                <a:ext cx="58" cy="29"/>
              </a:xfrm>
              <a:custGeom>
                <a:rect b="b" l="l" r="r" t="t"/>
                <a:pathLst>
                  <a:path extrusionOk="0" h="29" w="59">
                    <a:moveTo>
                      <a:pt x="0" y="0"/>
                    </a:moveTo>
                    <a:cubicBezTo>
                      <a:pt x="4" y="2"/>
                      <a:pt x="8" y="3"/>
                      <a:pt x="13" y="4"/>
                    </a:cubicBezTo>
                    <a:cubicBezTo>
                      <a:pt x="17" y="29"/>
                      <a:pt x="17" y="29"/>
                      <a:pt x="17" y="29"/>
                    </a:cubicBezTo>
                    <a:cubicBezTo>
                      <a:pt x="43" y="29"/>
                      <a:pt x="43" y="29"/>
                      <a:pt x="43" y="29"/>
                    </a:cubicBezTo>
                    <a:cubicBezTo>
                      <a:pt x="47" y="4"/>
                      <a:pt x="47" y="4"/>
                      <a:pt x="47" y="4"/>
                    </a:cubicBezTo>
                    <a:cubicBezTo>
                      <a:pt x="52" y="3"/>
                      <a:pt x="56" y="2"/>
                      <a:pt x="59" y="0"/>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52" name="Google Shape;452;p45"/>
              <p:cNvSpPr/>
              <p:nvPr/>
            </p:nvSpPr>
            <p:spPr>
              <a:xfrm>
                <a:off x="4311" y="1323"/>
                <a:ext cx="91" cy="89"/>
              </a:xfrm>
              <a:custGeom>
                <a:rect b="b" l="l" r="r" t="t"/>
                <a:pathLst>
                  <a:path extrusionOk="0" h="92" w="92">
                    <a:moveTo>
                      <a:pt x="28" y="3"/>
                    </a:moveTo>
                    <a:cubicBezTo>
                      <a:pt x="34" y="1"/>
                      <a:pt x="40" y="0"/>
                      <a:pt x="46" y="0"/>
                    </a:cubicBezTo>
                    <a:cubicBezTo>
                      <a:pt x="71" y="0"/>
                      <a:pt x="92" y="20"/>
                      <a:pt x="92" y="46"/>
                    </a:cubicBezTo>
                    <a:cubicBezTo>
                      <a:pt x="92" y="71"/>
                      <a:pt x="71" y="92"/>
                      <a:pt x="46" y="92"/>
                    </a:cubicBezTo>
                    <a:cubicBezTo>
                      <a:pt x="20" y="92"/>
                      <a:pt x="0" y="71"/>
                      <a:pt x="0" y="46"/>
                    </a:cubicBezTo>
                    <a:cubicBezTo>
                      <a:pt x="0" y="35"/>
                      <a:pt x="3" y="26"/>
                      <a:pt x="9" y="18"/>
                    </a:cubicBezTo>
                  </a:path>
                </a:pathLst>
              </a:custGeom>
              <a:noFill/>
              <a:ln cap="rnd" cmpd="sng" w="12700">
                <a:solidFill>
                  <a:srgbClr val="4E84C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grpSp>
      </p:grpSp>
      <p:grpSp>
        <p:nvGrpSpPr>
          <p:cNvPr id="453" name="Google Shape;453;p45"/>
          <p:cNvGrpSpPr/>
          <p:nvPr/>
        </p:nvGrpSpPr>
        <p:grpSpPr>
          <a:xfrm>
            <a:off x="6555067" y="3112326"/>
            <a:ext cx="725804" cy="730150"/>
            <a:chOff x="6562717" y="3110835"/>
            <a:chExt cx="725804" cy="730150"/>
          </a:xfrm>
        </p:grpSpPr>
        <p:sp>
          <p:nvSpPr>
            <p:cNvPr id="454" name="Google Shape;454;p45"/>
            <p:cNvSpPr/>
            <p:nvPr/>
          </p:nvSpPr>
          <p:spPr>
            <a:xfrm>
              <a:off x="6562717" y="3110835"/>
              <a:ext cx="725804" cy="730150"/>
            </a:xfrm>
            <a:prstGeom prst="ellipse">
              <a:avLst/>
            </a:prstGeom>
            <a:solidFill>
              <a:schemeClr val="lt1"/>
            </a:solidFill>
            <a:ln cap="flat" cmpd="sng" w="9525">
              <a:solidFill>
                <a:srgbClr val="7F7F7F">
                  <a:alpha val="20000"/>
                </a:srgbClr>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614">
                <a:solidFill>
                  <a:srgbClr val="FFFFFF"/>
                </a:solidFill>
                <a:latin typeface="Calibri"/>
                <a:ea typeface="Calibri"/>
                <a:cs typeface="Calibri"/>
                <a:sym typeface="Calibri"/>
              </a:endParaRPr>
            </a:p>
          </p:txBody>
        </p:sp>
        <p:grpSp>
          <p:nvGrpSpPr>
            <p:cNvPr id="455" name="Google Shape;455;p45"/>
            <p:cNvGrpSpPr/>
            <p:nvPr/>
          </p:nvGrpSpPr>
          <p:grpSpPr>
            <a:xfrm>
              <a:off x="6713524" y="3265714"/>
              <a:ext cx="424190" cy="420392"/>
              <a:chOff x="6731691" y="3187523"/>
              <a:chExt cx="411674" cy="407987"/>
            </a:xfrm>
          </p:grpSpPr>
          <p:sp>
            <p:nvSpPr>
              <p:cNvPr id="456" name="Google Shape;456;p45"/>
              <p:cNvSpPr/>
              <p:nvPr/>
            </p:nvSpPr>
            <p:spPr>
              <a:xfrm>
                <a:off x="6924121" y="3434632"/>
                <a:ext cx="93845" cy="93845"/>
              </a:xfrm>
              <a:custGeom>
                <a:rect b="b" l="l" r="r" t="t"/>
                <a:pathLst>
                  <a:path extrusionOk="0" h="93845" w="93845">
                    <a:moveTo>
                      <a:pt x="46923" y="0"/>
                    </a:moveTo>
                    <a:cubicBezTo>
                      <a:pt x="21055" y="0"/>
                      <a:pt x="0" y="21055"/>
                      <a:pt x="0" y="46923"/>
                    </a:cubicBezTo>
                    <a:cubicBezTo>
                      <a:pt x="0" y="72791"/>
                      <a:pt x="21055" y="93846"/>
                      <a:pt x="46923" y="93846"/>
                    </a:cubicBezTo>
                    <a:cubicBezTo>
                      <a:pt x="72791" y="93846"/>
                      <a:pt x="93846" y="72791"/>
                      <a:pt x="93846" y="46923"/>
                    </a:cubicBezTo>
                    <a:cubicBezTo>
                      <a:pt x="93846" y="21055"/>
                      <a:pt x="72791" y="0"/>
                      <a:pt x="46923" y="0"/>
                    </a:cubicBezTo>
                    <a:close/>
                    <a:moveTo>
                      <a:pt x="46923" y="80439"/>
                    </a:moveTo>
                    <a:cubicBezTo>
                      <a:pt x="28442" y="80439"/>
                      <a:pt x="13407" y="65404"/>
                      <a:pt x="13407" y="46923"/>
                    </a:cubicBezTo>
                    <a:cubicBezTo>
                      <a:pt x="13407" y="28442"/>
                      <a:pt x="28442" y="13407"/>
                      <a:pt x="46923" y="13407"/>
                    </a:cubicBezTo>
                    <a:cubicBezTo>
                      <a:pt x="65404" y="13407"/>
                      <a:pt x="80439" y="28442"/>
                      <a:pt x="80439" y="46923"/>
                    </a:cubicBezTo>
                    <a:cubicBezTo>
                      <a:pt x="80439" y="65404"/>
                      <a:pt x="65404" y="80439"/>
                      <a:pt x="46923" y="80439"/>
                    </a:cubicBez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57" name="Google Shape;457;p45"/>
              <p:cNvSpPr/>
              <p:nvPr/>
            </p:nvSpPr>
            <p:spPr>
              <a:xfrm>
                <a:off x="7004560" y="3313973"/>
                <a:ext cx="93845" cy="93845"/>
              </a:xfrm>
              <a:custGeom>
                <a:rect b="b" l="l" r="r" t="t"/>
                <a:pathLst>
                  <a:path extrusionOk="0" h="93845" w="93845">
                    <a:moveTo>
                      <a:pt x="46923" y="0"/>
                    </a:moveTo>
                    <a:cubicBezTo>
                      <a:pt x="21055" y="0"/>
                      <a:pt x="0" y="21055"/>
                      <a:pt x="0" y="46923"/>
                    </a:cubicBezTo>
                    <a:cubicBezTo>
                      <a:pt x="0" y="72791"/>
                      <a:pt x="21055" y="93846"/>
                      <a:pt x="46923" y="93846"/>
                    </a:cubicBezTo>
                    <a:cubicBezTo>
                      <a:pt x="72791" y="93846"/>
                      <a:pt x="93846" y="72791"/>
                      <a:pt x="93846" y="46923"/>
                    </a:cubicBezTo>
                    <a:cubicBezTo>
                      <a:pt x="93846" y="21055"/>
                      <a:pt x="72791" y="0"/>
                      <a:pt x="46923" y="0"/>
                    </a:cubicBezTo>
                    <a:close/>
                    <a:moveTo>
                      <a:pt x="46923" y="80439"/>
                    </a:moveTo>
                    <a:cubicBezTo>
                      <a:pt x="28442" y="80439"/>
                      <a:pt x="13407" y="65404"/>
                      <a:pt x="13407" y="46923"/>
                    </a:cubicBezTo>
                    <a:cubicBezTo>
                      <a:pt x="13407" y="28442"/>
                      <a:pt x="28442" y="13407"/>
                      <a:pt x="46923" y="13407"/>
                    </a:cubicBezTo>
                    <a:cubicBezTo>
                      <a:pt x="65404" y="13407"/>
                      <a:pt x="80439" y="28442"/>
                      <a:pt x="80439" y="46923"/>
                    </a:cubicBezTo>
                    <a:cubicBezTo>
                      <a:pt x="80439" y="65404"/>
                      <a:pt x="65404" y="80439"/>
                      <a:pt x="46923" y="80439"/>
                    </a:cubicBez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58" name="Google Shape;458;p45"/>
              <p:cNvSpPr/>
              <p:nvPr/>
            </p:nvSpPr>
            <p:spPr>
              <a:xfrm>
                <a:off x="6769946" y="3300567"/>
                <a:ext cx="93845" cy="93845"/>
              </a:xfrm>
              <a:custGeom>
                <a:rect b="b" l="l" r="r" t="t"/>
                <a:pathLst>
                  <a:path extrusionOk="0" h="93845" w="93845">
                    <a:moveTo>
                      <a:pt x="46923" y="0"/>
                    </a:moveTo>
                    <a:cubicBezTo>
                      <a:pt x="21055" y="0"/>
                      <a:pt x="0" y="21055"/>
                      <a:pt x="0" y="46923"/>
                    </a:cubicBezTo>
                    <a:cubicBezTo>
                      <a:pt x="0" y="72791"/>
                      <a:pt x="21055" y="93846"/>
                      <a:pt x="46923" y="93846"/>
                    </a:cubicBezTo>
                    <a:cubicBezTo>
                      <a:pt x="72791" y="93846"/>
                      <a:pt x="93846" y="72791"/>
                      <a:pt x="93846" y="46923"/>
                    </a:cubicBezTo>
                    <a:cubicBezTo>
                      <a:pt x="93846" y="21055"/>
                      <a:pt x="72791" y="0"/>
                      <a:pt x="46923" y="0"/>
                    </a:cubicBezTo>
                    <a:close/>
                    <a:moveTo>
                      <a:pt x="46923" y="80439"/>
                    </a:moveTo>
                    <a:cubicBezTo>
                      <a:pt x="28442" y="80439"/>
                      <a:pt x="13407" y="65404"/>
                      <a:pt x="13407" y="46923"/>
                    </a:cubicBezTo>
                    <a:cubicBezTo>
                      <a:pt x="13407" y="28442"/>
                      <a:pt x="28442" y="13407"/>
                      <a:pt x="46923" y="13407"/>
                    </a:cubicBezTo>
                    <a:cubicBezTo>
                      <a:pt x="65404" y="13407"/>
                      <a:pt x="80439" y="28442"/>
                      <a:pt x="80439" y="46923"/>
                    </a:cubicBezTo>
                    <a:cubicBezTo>
                      <a:pt x="80439" y="65404"/>
                      <a:pt x="65404" y="80439"/>
                      <a:pt x="46923" y="80439"/>
                    </a:cubicBez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59" name="Google Shape;459;p45"/>
              <p:cNvSpPr/>
              <p:nvPr/>
            </p:nvSpPr>
            <p:spPr>
              <a:xfrm>
                <a:off x="7066854" y="3450003"/>
                <a:ext cx="76511" cy="76511"/>
              </a:xfrm>
              <a:custGeom>
                <a:rect b="b" l="l" r="r" t="t"/>
                <a:pathLst>
                  <a:path extrusionOk="0" h="76511" w="76511">
                    <a:moveTo>
                      <a:pt x="76511" y="9478"/>
                    </a:moveTo>
                    <a:lnTo>
                      <a:pt x="67033" y="0"/>
                    </a:lnTo>
                    <a:lnTo>
                      <a:pt x="38256" y="28777"/>
                    </a:lnTo>
                    <a:lnTo>
                      <a:pt x="9478" y="0"/>
                    </a:lnTo>
                    <a:lnTo>
                      <a:pt x="0" y="9478"/>
                    </a:lnTo>
                    <a:lnTo>
                      <a:pt x="28777" y="38256"/>
                    </a:lnTo>
                    <a:lnTo>
                      <a:pt x="0" y="67033"/>
                    </a:lnTo>
                    <a:lnTo>
                      <a:pt x="9478" y="76511"/>
                    </a:lnTo>
                    <a:lnTo>
                      <a:pt x="38256" y="47734"/>
                    </a:lnTo>
                    <a:lnTo>
                      <a:pt x="67033" y="76511"/>
                    </a:lnTo>
                    <a:lnTo>
                      <a:pt x="76511" y="67033"/>
                    </a:lnTo>
                    <a:lnTo>
                      <a:pt x="47734" y="38256"/>
                    </a:ln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60" name="Google Shape;460;p45"/>
              <p:cNvSpPr/>
              <p:nvPr/>
            </p:nvSpPr>
            <p:spPr>
              <a:xfrm>
                <a:off x="6731691" y="3188575"/>
                <a:ext cx="76511" cy="76511"/>
              </a:xfrm>
              <a:custGeom>
                <a:rect b="b" l="l" r="r" t="t"/>
                <a:pathLst>
                  <a:path extrusionOk="0" h="76511" w="76511">
                    <a:moveTo>
                      <a:pt x="76511" y="9478"/>
                    </a:moveTo>
                    <a:lnTo>
                      <a:pt x="67033" y="0"/>
                    </a:lnTo>
                    <a:lnTo>
                      <a:pt x="38256" y="28777"/>
                    </a:lnTo>
                    <a:lnTo>
                      <a:pt x="9478" y="0"/>
                    </a:lnTo>
                    <a:lnTo>
                      <a:pt x="0" y="9478"/>
                    </a:lnTo>
                    <a:lnTo>
                      <a:pt x="28777" y="38256"/>
                    </a:lnTo>
                    <a:lnTo>
                      <a:pt x="0" y="67033"/>
                    </a:lnTo>
                    <a:lnTo>
                      <a:pt x="9478" y="76511"/>
                    </a:lnTo>
                    <a:lnTo>
                      <a:pt x="38256" y="47734"/>
                    </a:lnTo>
                    <a:lnTo>
                      <a:pt x="67033" y="76511"/>
                    </a:lnTo>
                    <a:lnTo>
                      <a:pt x="76511" y="67033"/>
                    </a:lnTo>
                    <a:lnTo>
                      <a:pt x="47734" y="38256"/>
                    </a:ln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61" name="Google Shape;461;p45"/>
              <p:cNvSpPr/>
              <p:nvPr/>
            </p:nvSpPr>
            <p:spPr>
              <a:xfrm>
                <a:off x="7040041" y="3222092"/>
                <a:ext cx="76511" cy="76511"/>
              </a:xfrm>
              <a:custGeom>
                <a:rect b="b" l="l" r="r" t="t"/>
                <a:pathLst>
                  <a:path extrusionOk="0" h="76511" w="76511">
                    <a:moveTo>
                      <a:pt x="76511" y="9478"/>
                    </a:moveTo>
                    <a:lnTo>
                      <a:pt x="67033" y="0"/>
                    </a:lnTo>
                    <a:lnTo>
                      <a:pt x="38256" y="28777"/>
                    </a:lnTo>
                    <a:lnTo>
                      <a:pt x="9478" y="0"/>
                    </a:lnTo>
                    <a:lnTo>
                      <a:pt x="0" y="9478"/>
                    </a:lnTo>
                    <a:lnTo>
                      <a:pt x="28777" y="38256"/>
                    </a:lnTo>
                    <a:lnTo>
                      <a:pt x="0" y="67033"/>
                    </a:lnTo>
                    <a:lnTo>
                      <a:pt x="9478" y="76511"/>
                    </a:lnTo>
                    <a:lnTo>
                      <a:pt x="38256" y="47734"/>
                    </a:lnTo>
                    <a:lnTo>
                      <a:pt x="67033" y="76511"/>
                    </a:lnTo>
                    <a:lnTo>
                      <a:pt x="76511" y="67033"/>
                    </a:lnTo>
                    <a:lnTo>
                      <a:pt x="47734" y="38256"/>
                    </a:ln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62" name="Google Shape;462;p45"/>
              <p:cNvSpPr/>
              <p:nvPr/>
            </p:nvSpPr>
            <p:spPr>
              <a:xfrm>
                <a:off x="6736430" y="3280461"/>
                <a:ext cx="244320" cy="315049"/>
              </a:xfrm>
              <a:custGeom>
                <a:rect b="b" l="l" r="r" t="t"/>
                <a:pathLst>
                  <a:path extrusionOk="0" h="315049" w="244320">
                    <a:moveTo>
                      <a:pt x="244321" y="20817"/>
                    </a:moveTo>
                    <a:lnTo>
                      <a:pt x="204101" y="707"/>
                    </a:lnTo>
                    <a:cubicBezTo>
                      <a:pt x="202358" y="-164"/>
                      <a:pt x="200334" y="-231"/>
                      <a:pt x="198537" y="513"/>
                    </a:cubicBezTo>
                    <a:cubicBezTo>
                      <a:pt x="196741" y="1257"/>
                      <a:pt x="195353" y="2745"/>
                      <a:pt x="194750" y="4581"/>
                    </a:cubicBezTo>
                    <a:lnTo>
                      <a:pt x="181343" y="44801"/>
                    </a:lnTo>
                    <a:lnTo>
                      <a:pt x="194053" y="49044"/>
                    </a:lnTo>
                    <a:lnTo>
                      <a:pt x="202385" y="24041"/>
                    </a:lnTo>
                    <a:cubicBezTo>
                      <a:pt x="203022" y="25315"/>
                      <a:pt x="203605" y="26468"/>
                      <a:pt x="204088" y="27366"/>
                    </a:cubicBezTo>
                    <a:cubicBezTo>
                      <a:pt x="207909" y="34505"/>
                      <a:pt x="209310" y="42555"/>
                      <a:pt x="208767" y="54266"/>
                    </a:cubicBezTo>
                    <a:cubicBezTo>
                      <a:pt x="207560" y="80328"/>
                      <a:pt x="198269" y="106585"/>
                      <a:pt x="182597" y="128203"/>
                    </a:cubicBezTo>
                    <a:cubicBezTo>
                      <a:pt x="179473" y="132507"/>
                      <a:pt x="175492" y="136676"/>
                      <a:pt x="171342" y="140919"/>
                    </a:cubicBezTo>
                    <a:cubicBezTo>
                      <a:pt x="159048" y="153501"/>
                      <a:pt x="143336" y="162443"/>
                      <a:pt x="126698" y="171908"/>
                    </a:cubicBezTo>
                    <a:cubicBezTo>
                      <a:pt x="103023" y="185382"/>
                      <a:pt x="78723" y="199439"/>
                      <a:pt x="64807" y="224757"/>
                    </a:cubicBezTo>
                    <a:cubicBezTo>
                      <a:pt x="59284" y="222478"/>
                      <a:pt x="53251" y="221204"/>
                      <a:pt x="46923" y="221204"/>
                    </a:cubicBezTo>
                    <a:cubicBezTo>
                      <a:pt x="21055" y="221204"/>
                      <a:pt x="0" y="242259"/>
                      <a:pt x="0" y="268127"/>
                    </a:cubicBezTo>
                    <a:cubicBezTo>
                      <a:pt x="0" y="293995"/>
                      <a:pt x="21055" y="315050"/>
                      <a:pt x="46923" y="315050"/>
                    </a:cubicBezTo>
                    <a:cubicBezTo>
                      <a:pt x="72791" y="315050"/>
                      <a:pt x="93846" y="293995"/>
                      <a:pt x="93846" y="268127"/>
                    </a:cubicBezTo>
                    <a:cubicBezTo>
                      <a:pt x="93846" y="253373"/>
                      <a:pt x="86988" y="240208"/>
                      <a:pt x="76310" y="231601"/>
                    </a:cubicBezTo>
                    <a:cubicBezTo>
                      <a:pt x="88349" y="209353"/>
                      <a:pt x="110168" y="196744"/>
                      <a:pt x="133328" y="183565"/>
                    </a:cubicBezTo>
                    <a:cubicBezTo>
                      <a:pt x="150039" y="174053"/>
                      <a:pt x="167320" y="164220"/>
                      <a:pt x="180935" y="150297"/>
                    </a:cubicBezTo>
                    <a:cubicBezTo>
                      <a:pt x="185446" y="145679"/>
                      <a:pt x="189796" y="141114"/>
                      <a:pt x="193450" y="136073"/>
                    </a:cubicBezTo>
                    <a:cubicBezTo>
                      <a:pt x="210637" y="112363"/>
                      <a:pt x="220839" y="83526"/>
                      <a:pt x="222160" y="54883"/>
                    </a:cubicBezTo>
                    <a:cubicBezTo>
                      <a:pt x="222589" y="45585"/>
                      <a:pt x="222260" y="33473"/>
                      <a:pt x="216254" y="21775"/>
                    </a:cubicBezTo>
                    <a:lnTo>
                      <a:pt x="238321" y="32809"/>
                    </a:lnTo>
                    <a:lnTo>
                      <a:pt x="244321" y="20817"/>
                    </a:lnTo>
                    <a:close/>
                    <a:moveTo>
                      <a:pt x="80439" y="268127"/>
                    </a:moveTo>
                    <a:cubicBezTo>
                      <a:pt x="80439" y="286608"/>
                      <a:pt x="65404" y="301643"/>
                      <a:pt x="46923" y="301643"/>
                    </a:cubicBezTo>
                    <a:cubicBezTo>
                      <a:pt x="28442" y="301643"/>
                      <a:pt x="13407" y="286608"/>
                      <a:pt x="13407" y="268127"/>
                    </a:cubicBezTo>
                    <a:cubicBezTo>
                      <a:pt x="13407" y="249646"/>
                      <a:pt x="28442" y="234611"/>
                      <a:pt x="46923" y="234611"/>
                    </a:cubicBezTo>
                    <a:cubicBezTo>
                      <a:pt x="65404" y="234611"/>
                      <a:pt x="80439" y="249646"/>
                      <a:pt x="80439" y="268127"/>
                    </a:cubicBez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63" name="Google Shape;463;p45"/>
              <p:cNvSpPr/>
              <p:nvPr/>
            </p:nvSpPr>
            <p:spPr>
              <a:xfrm>
                <a:off x="6880510" y="3187523"/>
                <a:ext cx="18467" cy="18628"/>
              </a:xfrm>
              <a:custGeom>
                <a:rect b="b" l="l" r="r" t="t"/>
                <a:pathLst>
                  <a:path extrusionOk="0" h="18628" w="18467">
                    <a:moveTo>
                      <a:pt x="10705" y="0"/>
                    </a:moveTo>
                    <a:lnTo>
                      <a:pt x="0" y="8051"/>
                    </a:lnTo>
                    <a:cubicBezTo>
                      <a:pt x="1890" y="10578"/>
                      <a:pt x="4357" y="14231"/>
                      <a:pt x="7132" y="18628"/>
                    </a:cubicBezTo>
                    <a:lnTo>
                      <a:pt x="18467" y="11469"/>
                    </a:lnTo>
                    <a:cubicBezTo>
                      <a:pt x="15464" y="6710"/>
                      <a:pt x="12850" y="2849"/>
                      <a:pt x="10705" y="0"/>
                    </a:cubicBez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64" name="Google Shape;464;p45"/>
              <p:cNvSpPr/>
              <p:nvPr/>
            </p:nvSpPr>
            <p:spPr>
              <a:xfrm>
                <a:off x="6919469" y="3258578"/>
                <a:ext cx="17636" cy="17522"/>
              </a:xfrm>
              <a:custGeom>
                <a:rect b="b" l="l" r="r" t="t"/>
                <a:pathLst>
                  <a:path extrusionOk="0" h="17522" w="17636">
                    <a:moveTo>
                      <a:pt x="12146" y="0"/>
                    </a:moveTo>
                    <a:lnTo>
                      <a:pt x="0" y="5671"/>
                    </a:lnTo>
                    <a:cubicBezTo>
                      <a:pt x="2205" y="10403"/>
                      <a:pt x="3915" y="14392"/>
                      <a:pt x="5088" y="17522"/>
                    </a:cubicBezTo>
                    <a:lnTo>
                      <a:pt x="17636" y="12830"/>
                    </a:lnTo>
                    <a:cubicBezTo>
                      <a:pt x="16349" y="9371"/>
                      <a:pt x="14499" y="5061"/>
                      <a:pt x="12146" y="0"/>
                    </a:cubicBez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65" name="Google Shape;465;p45"/>
              <p:cNvSpPr/>
              <p:nvPr/>
            </p:nvSpPr>
            <p:spPr>
              <a:xfrm>
                <a:off x="6894513" y="3210642"/>
                <a:ext cx="18299" cy="18326"/>
              </a:xfrm>
              <a:custGeom>
                <a:rect b="b" l="l" r="r" t="t"/>
                <a:pathLst>
                  <a:path extrusionOk="0" h="18326" w="18299">
                    <a:moveTo>
                      <a:pt x="11543" y="0"/>
                    </a:moveTo>
                    <a:lnTo>
                      <a:pt x="0" y="6811"/>
                    </a:lnTo>
                    <a:cubicBezTo>
                      <a:pt x="2158" y="10484"/>
                      <a:pt x="4384" y="14358"/>
                      <a:pt x="6609" y="18327"/>
                    </a:cubicBezTo>
                    <a:lnTo>
                      <a:pt x="18300" y="11764"/>
                    </a:lnTo>
                    <a:cubicBezTo>
                      <a:pt x="16034" y="7715"/>
                      <a:pt x="13755" y="3754"/>
                      <a:pt x="11543" y="0"/>
                    </a:cubicBez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sp>
            <p:nvSpPr>
              <p:cNvPr id="466" name="Google Shape;466;p45"/>
              <p:cNvSpPr/>
              <p:nvPr/>
            </p:nvSpPr>
            <p:spPr>
              <a:xfrm>
                <a:off x="6907510" y="3234312"/>
                <a:ext cx="18098" cy="18092"/>
              </a:xfrm>
              <a:custGeom>
                <a:rect b="b" l="l" r="r" t="t"/>
                <a:pathLst>
                  <a:path extrusionOk="0" h="18092" w="18098">
                    <a:moveTo>
                      <a:pt x="11818" y="0"/>
                    </a:moveTo>
                    <a:lnTo>
                      <a:pt x="0" y="6308"/>
                    </a:lnTo>
                    <a:cubicBezTo>
                      <a:pt x="2125" y="10303"/>
                      <a:pt x="4203" y="14271"/>
                      <a:pt x="6147" y="18092"/>
                    </a:cubicBezTo>
                    <a:lnTo>
                      <a:pt x="18099" y="12019"/>
                    </a:lnTo>
                    <a:cubicBezTo>
                      <a:pt x="16115" y="8118"/>
                      <a:pt x="14003" y="4069"/>
                      <a:pt x="11818" y="0"/>
                    </a:cubicBezTo>
                    <a:close/>
                  </a:path>
                </a:pathLst>
              </a:custGeom>
              <a:solidFill>
                <a:srgbClr val="007DC5"/>
              </a:solidFill>
              <a:ln cap="flat" cmpd="sng" w="9525">
                <a:solidFill>
                  <a:srgbClr val="4E84C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91">
                  <a:solidFill>
                    <a:schemeClr val="dk1"/>
                  </a:solidFill>
                  <a:latin typeface="Calibri"/>
                  <a:ea typeface="Calibri"/>
                  <a:cs typeface="Calibri"/>
                  <a:sym typeface="Calibri"/>
                </a:endParaRPr>
              </a:p>
            </p:txBody>
          </p:sp>
        </p:gr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0" name="Shape 470"/>
        <p:cNvGrpSpPr/>
        <p:nvPr/>
      </p:nvGrpSpPr>
      <p:grpSpPr>
        <a:xfrm>
          <a:off x="0" y="0"/>
          <a:ext cx="0" cy="0"/>
          <a:chOff x="0" y="0"/>
          <a:chExt cx="0" cy="0"/>
        </a:xfrm>
      </p:grpSpPr>
      <p:sp>
        <p:nvSpPr>
          <p:cNvPr id="471" name="Google Shape;471;p46"/>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4E84C4"/>
              </a:buClr>
              <a:buSzPts val="2100"/>
              <a:buFont typeface="Calibri"/>
              <a:buNone/>
            </a:pPr>
            <a:r>
              <a:rPr lang="en-US"/>
              <a:t>Awards and recognition: Brand</a:t>
            </a:r>
            <a:endParaRPr/>
          </a:p>
        </p:txBody>
      </p:sp>
      <p:sp>
        <p:nvSpPr>
          <p:cNvPr id="472" name="Google Shape;472;p46"/>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p>
            <a:pPr indent="0" lvl="0" marL="0" marR="0" rtl="0" algn="l">
              <a:spcBef>
                <a:spcPts val="0"/>
              </a:spcBef>
              <a:spcAft>
                <a:spcPts val="0"/>
              </a:spcAft>
              <a:buNone/>
            </a:pPr>
            <a:r>
              <a:rPr lang="en-US" sz="700">
                <a:solidFill>
                  <a:srgbClr val="3F3F3F"/>
                </a:solidFill>
                <a:latin typeface="Calibri"/>
                <a:ea typeface="Calibri"/>
                <a:cs typeface="Calibri"/>
                <a:sym typeface="Calibri"/>
              </a:rPr>
              <a:t>TCS confidential</a:t>
            </a:r>
            <a:endParaRPr/>
          </a:p>
        </p:txBody>
      </p:sp>
      <p:sp>
        <p:nvSpPr>
          <p:cNvPr id="473" name="Google Shape;473;p46"/>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fld id="{00000000-1234-1234-1234-123412341234}" type="slidenum">
              <a:rPr lang="en-US"/>
              <a:t>‹#›</a:t>
            </a:fld>
            <a:endParaRPr/>
          </a:p>
        </p:txBody>
      </p:sp>
      <p:grpSp>
        <p:nvGrpSpPr>
          <p:cNvPr id="474" name="Google Shape;474;p46"/>
          <p:cNvGrpSpPr/>
          <p:nvPr/>
        </p:nvGrpSpPr>
        <p:grpSpPr>
          <a:xfrm>
            <a:off x="399565" y="790552"/>
            <a:ext cx="8344870" cy="3646769"/>
            <a:chOff x="281679" y="790552"/>
            <a:chExt cx="8344870" cy="3646769"/>
          </a:xfrm>
        </p:grpSpPr>
        <p:sp>
          <p:nvSpPr>
            <p:cNvPr id="475" name="Google Shape;475;p46"/>
            <p:cNvSpPr/>
            <p:nvPr/>
          </p:nvSpPr>
          <p:spPr>
            <a:xfrm>
              <a:off x="4784651" y="2147924"/>
              <a:ext cx="3841898" cy="1065760"/>
            </a:xfrm>
            <a:prstGeom prst="roundRect">
              <a:avLst>
                <a:gd fmla="val 11765" name="adj"/>
              </a:avLst>
            </a:prstGeom>
            <a:solidFill>
              <a:schemeClr val="lt1"/>
            </a:solidFill>
            <a:ln>
              <a:noFill/>
            </a:ln>
            <a:effectLst>
              <a:outerShdw blurRad="101600" sx="98000" rotWithShape="0" algn="tr" dir="9000000" dist="190500" sy="98000">
                <a:srgbClr val="000000">
                  <a:alpha val="14901"/>
                </a:srgbClr>
              </a:outerShdw>
            </a:effectLst>
          </p:spPr>
          <p:txBody>
            <a:bodyPr anchorCtr="0" anchor="t" bIns="45700" lIns="91425" spcFirstLastPara="1" rIns="91425" wrap="square" tIns="91425">
              <a:noAutofit/>
            </a:bodyPr>
            <a:lstStyle/>
            <a:p>
              <a:pPr indent="0" lvl="0" marL="112713" marR="0" rtl="0" algn="l">
                <a:spcBef>
                  <a:spcPts val="0"/>
                </a:spcBef>
                <a:spcAft>
                  <a:spcPts val="0"/>
                </a:spcAft>
                <a:buNone/>
              </a:pPr>
              <a:r>
                <a:rPr b="1" lang="en-US" sz="1400">
                  <a:solidFill>
                    <a:schemeClr val="dk1"/>
                  </a:solidFill>
                  <a:latin typeface="Calibri"/>
                  <a:ea typeface="Calibri"/>
                  <a:cs typeface="Calibri"/>
                  <a:sym typeface="Calibri"/>
                </a:rPr>
                <a:t>Brand value surges to $19.2 billion</a:t>
              </a:r>
              <a:endParaRPr/>
            </a:p>
          </p:txBody>
        </p:sp>
        <p:pic>
          <p:nvPicPr>
            <p:cNvPr id="476" name="Google Shape;476;p46"/>
            <p:cNvPicPr preferRelativeResize="0"/>
            <p:nvPr/>
          </p:nvPicPr>
          <p:blipFill rotWithShape="1">
            <a:blip r:embed="rId3">
              <a:alphaModFix/>
            </a:blip>
            <a:srcRect b="14467" l="16474" r="16474" t="9070"/>
            <a:stretch/>
          </p:blipFill>
          <p:spPr>
            <a:xfrm>
              <a:off x="1481768" y="1950848"/>
              <a:ext cx="1626018" cy="2322328"/>
            </a:xfrm>
            <a:prstGeom prst="rect">
              <a:avLst/>
            </a:prstGeom>
            <a:noFill/>
            <a:ln>
              <a:noFill/>
            </a:ln>
          </p:spPr>
        </p:pic>
        <p:sp>
          <p:nvSpPr>
            <p:cNvPr id="477" name="Google Shape;477;p46"/>
            <p:cNvSpPr txBox="1"/>
            <p:nvPr/>
          </p:nvSpPr>
          <p:spPr>
            <a:xfrm>
              <a:off x="281679" y="790552"/>
              <a:ext cx="4299845" cy="98488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rial"/>
                  <a:ea typeface="Arial"/>
                  <a:cs typeface="Arial"/>
                  <a:sym typeface="Arial"/>
                </a:rPr>
                <a:t>TCS is </a:t>
              </a:r>
              <a:r>
                <a:rPr lang="en-US" sz="4000">
                  <a:solidFill>
                    <a:srgbClr val="EF4135"/>
                  </a:solidFill>
                  <a:latin typeface="Arial"/>
                  <a:ea typeface="Arial"/>
                  <a:cs typeface="Arial"/>
                  <a:sym typeface="Arial"/>
                </a:rPr>
                <a:t>#2</a:t>
              </a:r>
              <a:r>
                <a:rPr lang="en-US" sz="2800">
                  <a:solidFill>
                    <a:schemeClr val="dk1"/>
                  </a:solidFill>
                  <a:latin typeface="Arial"/>
                  <a:ea typeface="Arial"/>
                  <a:cs typeface="Arial"/>
                  <a:sym typeface="Arial"/>
                </a:rPr>
                <a:t> </a:t>
              </a:r>
              <a:r>
                <a:rPr lang="en-US" sz="2400">
                  <a:solidFill>
                    <a:schemeClr val="dk1"/>
                  </a:solidFill>
                  <a:latin typeface="Arial"/>
                  <a:ea typeface="Arial"/>
                  <a:cs typeface="Arial"/>
                  <a:sym typeface="Arial"/>
                </a:rPr>
                <a:t>in BrandFinance</a:t>
              </a:r>
              <a:r>
                <a:rPr baseline="30000" lang="en-US" sz="2400">
                  <a:solidFill>
                    <a:schemeClr val="dk1"/>
                  </a:solidFill>
                  <a:latin typeface="Arial"/>
                  <a:ea typeface="Arial"/>
                  <a:cs typeface="Arial"/>
                  <a:sym typeface="Arial"/>
                </a:rPr>
                <a:t>TM</a:t>
              </a:r>
              <a:br>
                <a:rPr baseline="30000" lang="en-US" sz="2800">
                  <a:solidFill>
                    <a:schemeClr val="dk1"/>
                  </a:solidFill>
                  <a:latin typeface="Arial"/>
                  <a:ea typeface="Arial"/>
                  <a:cs typeface="Arial"/>
                  <a:sym typeface="Arial"/>
                </a:rPr>
              </a:br>
              <a:r>
                <a:rPr lang="en-US" sz="1800">
                  <a:solidFill>
                    <a:schemeClr val="dk1"/>
                  </a:solidFill>
                  <a:latin typeface="Arial"/>
                  <a:ea typeface="Arial"/>
                  <a:cs typeface="Arial"/>
                  <a:sym typeface="Arial"/>
                </a:rPr>
                <a:t>Global 500 brand survey for 2024</a:t>
              </a:r>
              <a:endParaRPr baseline="30000" sz="2800">
                <a:solidFill>
                  <a:schemeClr val="dk1"/>
                </a:solidFill>
                <a:latin typeface="Arial"/>
                <a:ea typeface="Arial"/>
                <a:cs typeface="Arial"/>
                <a:sym typeface="Arial"/>
              </a:endParaRPr>
            </a:p>
          </p:txBody>
        </p:sp>
        <p:sp>
          <p:nvSpPr>
            <p:cNvPr id="478" name="Google Shape;478;p46"/>
            <p:cNvSpPr/>
            <p:nvPr/>
          </p:nvSpPr>
          <p:spPr>
            <a:xfrm>
              <a:off x="4784651" y="999460"/>
              <a:ext cx="3841898" cy="867580"/>
            </a:xfrm>
            <a:prstGeom prst="roundRect">
              <a:avLst>
                <a:gd fmla="val 11765" name="adj"/>
              </a:avLst>
            </a:prstGeom>
            <a:solidFill>
              <a:schemeClr val="lt1"/>
            </a:solidFill>
            <a:ln>
              <a:noFill/>
            </a:ln>
            <a:effectLst>
              <a:outerShdw blurRad="101600" sx="98000" rotWithShape="0" algn="tr" dir="9000000" dist="190500" sy="98000">
                <a:srgbClr val="000000">
                  <a:alpha val="14901"/>
                </a:srgbClr>
              </a:outerShdw>
            </a:effectLst>
          </p:spPr>
          <p:txBody>
            <a:bodyPr anchorCtr="0" anchor="ctr" bIns="45700" lIns="91425" spcFirstLastPara="1" rIns="91425" wrap="square" tIns="45700">
              <a:noAutofit/>
            </a:bodyPr>
            <a:lstStyle/>
            <a:p>
              <a:pPr indent="0" lvl="0" marL="112713" marR="0" rtl="0" algn="l">
                <a:spcBef>
                  <a:spcPts val="0"/>
                </a:spcBef>
                <a:spcAft>
                  <a:spcPts val="0"/>
                </a:spcAft>
                <a:buNone/>
              </a:pPr>
              <a:r>
                <a:rPr b="1" lang="en-US" sz="1400">
                  <a:solidFill>
                    <a:schemeClr val="dk1"/>
                  </a:solidFill>
                  <a:latin typeface="Calibri"/>
                  <a:ea typeface="Calibri"/>
                  <a:cs typeface="Calibri"/>
                  <a:sym typeface="Calibri"/>
                </a:rPr>
                <a:t>Highest value growth across the global</a:t>
              </a:r>
              <a:br>
                <a:rPr b="1" lang="en-US" sz="1400">
                  <a:solidFill>
                    <a:schemeClr val="dk1"/>
                  </a:solidFill>
                  <a:latin typeface="Calibri"/>
                  <a:ea typeface="Calibri"/>
                  <a:cs typeface="Calibri"/>
                  <a:sym typeface="Calibri"/>
                </a:rPr>
              </a:br>
              <a:r>
                <a:rPr b="1" lang="en-US" sz="1400">
                  <a:solidFill>
                    <a:schemeClr val="dk1"/>
                  </a:solidFill>
                  <a:latin typeface="Calibri"/>
                  <a:ea typeface="Calibri"/>
                  <a:cs typeface="Calibri"/>
                  <a:sym typeface="Calibri"/>
                </a:rPr>
                <a:t>IT services industry for the year</a:t>
              </a:r>
              <a:endParaRPr/>
            </a:p>
          </p:txBody>
        </p:sp>
        <p:sp>
          <p:nvSpPr>
            <p:cNvPr id="479" name="Google Shape;479;p46"/>
            <p:cNvSpPr/>
            <p:nvPr/>
          </p:nvSpPr>
          <p:spPr>
            <a:xfrm>
              <a:off x="4985956" y="999460"/>
              <a:ext cx="3640593" cy="867580"/>
            </a:xfrm>
            <a:custGeom>
              <a:rect b="b" l="l" r="r" t="t"/>
              <a:pathLst>
                <a:path extrusionOk="0" h="867580" w="3640593">
                  <a:moveTo>
                    <a:pt x="0" y="0"/>
                  </a:moveTo>
                  <a:lnTo>
                    <a:pt x="3439288" y="0"/>
                  </a:lnTo>
                  <a:cubicBezTo>
                    <a:pt x="3550466" y="0"/>
                    <a:pt x="3640593" y="90127"/>
                    <a:pt x="3640593" y="201305"/>
                  </a:cubicBezTo>
                  <a:lnTo>
                    <a:pt x="3640593" y="666275"/>
                  </a:lnTo>
                  <a:cubicBezTo>
                    <a:pt x="3640593" y="777453"/>
                    <a:pt x="3550466" y="867580"/>
                    <a:pt x="3439288" y="867580"/>
                  </a:cubicBezTo>
                </a:path>
              </a:pathLst>
            </a:custGeom>
            <a:noFill/>
            <a:ln cap="rnd" cmpd="sng" w="38100">
              <a:solidFill>
                <a:srgbClr val="4E84C4"/>
              </a:solidFill>
              <a:prstDash val="dot"/>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818">
                <a:solidFill>
                  <a:schemeClr val="dk1"/>
                </a:solidFill>
                <a:latin typeface="Calibri"/>
                <a:ea typeface="Calibri"/>
                <a:cs typeface="Calibri"/>
                <a:sym typeface="Calibri"/>
              </a:endParaRPr>
            </a:p>
          </p:txBody>
        </p:sp>
        <p:pic>
          <p:nvPicPr>
            <p:cNvPr id="480" name="Google Shape;480;p46"/>
            <p:cNvPicPr preferRelativeResize="0"/>
            <p:nvPr/>
          </p:nvPicPr>
          <p:blipFill rotWithShape="1">
            <a:blip r:embed="rId4">
              <a:alphaModFix/>
            </a:blip>
            <a:srcRect b="0" l="0" r="0" t="0"/>
            <a:stretch/>
          </p:blipFill>
          <p:spPr>
            <a:xfrm>
              <a:off x="8060808" y="1282995"/>
              <a:ext cx="381222" cy="381222"/>
            </a:xfrm>
            <a:prstGeom prst="rect">
              <a:avLst/>
            </a:prstGeom>
            <a:noFill/>
            <a:ln>
              <a:noFill/>
            </a:ln>
          </p:spPr>
        </p:pic>
        <p:sp>
          <p:nvSpPr>
            <p:cNvPr id="481" name="Google Shape;481;p46"/>
            <p:cNvSpPr/>
            <p:nvPr/>
          </p:nvSpPr>
          <p:spPr>
            <a:xfrm>
              <a:off x="4784651" y="3494567"/>
              <a:ext cx="3841898" cy="942754"/>
            </a:xfrm>
            <a:prstGeom prst="roundRect">
              <a:avLst>
                <a:gd fmla="val 11765" name="adj"/>
              </a:avLst>
            </a:prstGeom>
            <a:solidFill>
              <a:schemeClr val="lt1"/>
            </a:solidFill>
            <a:ln>
              <a:noFill/>
            </a:ln>
            <a:effectLst>
              <a:outerShdw blurRad="101600" sx="98000" rotWithShape="0" algn="tr" dir="9000000" dist="190500" sy="98000">
                <a:srgbClr val="000000">
                  <a:alpha val="14901"/>
                </a:srgbClr>
              </a:outerShdw>
            </a:effectLst>
          </p:spPr>
          <p:txBody>
            <a:bodyPr anchorCtr="0" anchor="ctr" bIns="45700" lIns="91425" spcFirstLastPara="1" rIns="91425" wrap="square" tIns="45700">
              <a:noAutofit/>
            </a:bodyPr>
            <a:lstStyle/>
            <a:p>
              <a:pPr indent="0" lvl="0" marL="112713" marR="0" rtl="0" algn="l">
                <a:spcBef>
                  <a:spcPts val="0"/>
                </a:spcBef>
                <a:spcAft>
                  <a:spcPts val="0"/>
                </a:spcAft>
                <a:buNone/>
              </a:pPr>
              <a:r>
                <a:rPr b="1" lang="en-US" sz="1400">
                  <a:solidFill>
                    <a:schemeClr val="dk1"/>
                  </a:solidFill>
                  <a:latin typeface="Calibri"/>
                  <a:ea typeface="Calibri"/>
                  <a:cs typeface="Calibri"/>
                  <a:sym typeface="Calibri"/>
                </a:rPr>
                <a:t>Growth in brand value led by:</a:t>
              </a:r>
              <a:endParaRPr/>
            </a:p>
            <a:p>
              <a:pPr indent="0" lvl="0" marL="460375" marR="0" rtl="0" algn="l">
                <a:spcBef>
                  <a:spcPts val="800"/>
                </a:spcBef>
                <a:spcAft>
                  <a:spcPts val="0"/>
                </a:spcAft>
                <a:buNone/>
              </a:pPr>
              <a:r>
                <a:rPr lang="en-US" sz="1200">
                  <a:solidFill>
                    <a:schemeClr val="dk1"/>
                  </a:solidFill>
                  <a:latin typeface="Calibri"/>
                  <a:ea typeface="Calibri"/>
                  <a:cs typeface="Calibri"/>
                  <a:sym typeface="Calibri"/>
                </a:rPr>
                <a:t>Sustainability initiatives</a:t>
              </a:r>
              <a:endParaRPr/>
            </a:p>
            <a:p>
              <a:pPr indent="0" lvl="0" marL="460375" marR="0" rtl="0" algn="l">
                <a:spcBef>
                  <a:spcPts val="800"/>
                </a:spcBef>
                <a:spcAft>
                  <a:spcPts val="0"/>
                </a:spcAft>
                <a:buNone/>
              </a:pPr>
              <a:r>
                <a:rPr lang="en-US" sz="1200">
                  <a:solidFill>
                    <a:schemeClr val="dk1"/>
                  </a:solidFill>
                  <a:latin typeface="Calibri"/>
                  <a:ea typeface="Calibri"/>
                  <a:cs typeface="Calibri"/>
                  <a:sym typeface="Calibri"/>
                </a:rPr>
                <a:t>Artificial intelligence strategy</a:t>
              </a:r>
              <a:endParaRPr/>
            </a:p>
          </p:txBody>
        </p:sp>
        <p:pic>
          <p:nvPicPr>
            <p:cNvPr id="482" name="Google Shape;482;p46"/>
            <p:cNvPicPr preferRelativeResize="0"/>
            <p:nvPr/>
          </p:nvPicPr>
          <p:blipFill rotWithShape="1">
            <a:blip r:embed="rId5">
              <a:alphaModFix/>
            </a:blip>
            <a:srcRect b="0" l="0" r="0" t="0"/>
            <a:stretch/>
          </p:blipFill>
          <p:spPr>
            <a:xfrm>
              <a:off x="8002629" y="3820857"/>
              <a:ext cx="466790" cy="380100"/>
            </a:xfrm>
            <a:prstGeom prst="rect">
              <a:avLst/>
            </a:prstGeom>
            <a:noFill/>
            <a:ln>
              <a:noFill/>
            </a:ln>
          </p:spPr>
        </p:pic>
        <p:pic>
          <p:nvPicPr>
            <p:cNvPr id="483" name="Google Shape;483;p46"/>
            <p:cNvPicPr preferRelativeResize="0"/>
            <p:nvPr/>
          </p:nvPicPr>
          <p:blipFill rotWithShape="1">
            <a:blip r:embed="rId6">
              <a:alphaModFix/>
            </a:blip>
            <a:srcRect b="0" l="0" r="0" t="0"/>
            <a:stretch/>
          </p:blipFill>
          <p:spPr>
            <a:xfrm>
              <a:off x="5080562" y="3875353"/>
              <a:ext cx="196288" cy="233678"/>
            </a:xfrm>
            <a:prstGeom prst="rect">
              <a:avLst/>
            </a:prstGeom>
            <a:noFill/>
            <a:ln>
              <a:noFill/>
            </a:ln>
          </p:spPr>
        </p:pic>
        <p:pic>
          <p:nvPicPr>
            <p:cNvPr id="484" name="Google Shape;484;p46"/>
            <p:cNvPicPr preferRelativeResize="0"/>
            <p:nvPr/>
          </p:nvPicPr>
          <p:blipFill rotWithShape="1">
            <a:blip r:embed="rId7">
              <a:alphaModFix/>
            </a:blip>
            <a:srcRect b="0" l="0" r="0" t="0"/>
            <a:stretch/>
          </p:blipFill>
          <p:spPr>
            <a:xfrm>
              <a:off x="5049606" y="4177178"/>
              <a:ext cx="258200" cy="191996"/>
            </a:xfrm>
            <a:prstGeom prst="rect">
              <a:avLst/>
            </a:prstGeom>
            <a:noFill/>
            <a:ln>
              <a:noFill/>
            </a:ln>
          </p:spPr>
        </p:pic>
        <p:sp>
          <p:nvSpPr>
            <p:cNvPr id="485" name="Google Shape;485;p46"/>
            <p:cNvSpPr/>
            <p:nvPr/>
          </p:nvSpPr>
          <p:spPr>
            <a:xfrm>
              <a:off x="4990812" y="3494567"/>
              <a:ext cx="3635737" cy="942754"/>
            </a:xfrm>
            <a:custGeom>
              <a:rect b="b" l="l" r="r" t="t"/>
              <a:pathLst>
                <a:path extrusionOk="0" h="942754" w="3635737">
                  <a:moveTo>
                    <a:pt x="0" y="0"/>
                  </a:moveTo>
                  <a:lnTo>
                    <a:pt x="3429576" y="0"/>
                  </a:lnTo>
                  <a:cubicBezTo>
                    <a:pt x="3543436" y="0"/>
                    <a:pt x="3635737" y="92301"/>
                    <a:pt x="3635737" y="206161"/>
                  </a:cubicBezTo>
                  <a:lnTo>
                    <a:pt x="3635737" y="736593"/>
                  </a:lnTo>
                  <a:cubicBezTo>
                    <a:pt x="3635737" y="850453"/>
                    <a:pt x="3543436" y="942754"/>
                    <a:pt x="3429576" y="942754"/>
                  </a:cubicBezTo>
                </a:path>
              </a:pathLst>
            </a:custGeom>
            <a:noFill/>
            <a:ln cap="rnd" cmpd="sng" w="38100">
              <a:solidFill>
                <a:srgbClr val="4E84C4"/>
              </a:solidFill>
              <a:prstDash val="dot"/>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818">
                <a:solidFill>
                  <a:schemeClr val="dk1"/>
                </a:solidFill>
                <a:latin typeface="Calibri"/>
                <a:ea typeface="Calibri"/>
                <a:cs typeface="Calibri"/>
                <a:sym typeface="Calibri"/>
              </a:endParaRPr>
            </a:p>
          </p:txBody>
        </p:sp>
        <p:sp>
          <p:nvSpPr>
            <p:cNvPr id="486" name="Google Shape;486;p46"/>
            <p:cNvSpPr/>
            <p:nvPr/>
          </p:nvSpPr>
          <p:spPr>
            <a:xfrm>
              <a:off x="5081486" y="2147924"/>
              <a:ext cx="3545063" cy="1065760"/>
            </a:xfrm>
            <a:custGeom>
              <a:rect b="b" l="l" r="r" t="t"/>
              <a:pathLst>
                <a:path extrusionOk="0" h="1065760" w="3545063">
                  <a:moveTo>
                    <a:pt x="0" y="0"/>
                  </a:moveTo>
                  <a:lnTo>
                    <a:pt x="3248228" y="0"/>
                  </a:lnTo>
                  <a:cubicBezTo>
                    <a:pt x="3412165" y="0"/>
                    <a:pt x="3545063" y="132898"/>
                    <a:pt x="3545063" y="296835"/>
                  </a:cubicBezTo>
                  <a:lnTo>
                    <a:pt x="3545063" y="768925"/>
                  </a:lnTo>
                  <a:cubicBezTo>
                    <a:pt x="3545063" y="932862"/>
                    <a:pt x="3412165" y="1065760"/>
                    <a:pt x="3248228" y="1065760"/>
                  </a:cubicBezTo>
                </a:path>
              </a:pathLst>
            </a:custGeom>
            <a:noFill/>
            <a:ln cap="rnd" cmpd="sng" w="38100">
              <a:solidFill>
                <a:srgbClr val="4E84C4"/>
              </a:solidFill>
              <a:prstDash val="dot"/>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818">
                <a:solidFill>
                  <a:schemeClr val="dk1"/>
                </a:solidFill>
                <a:latin typeface="Calibri"/>
                <a:ea typeface="Calibri"/>
                <a:cs typeface="Calibri"/>
                <a:sym typeface="Calibri"/>
              </a:endParaRPr>
            </a:p>
          </p:txBody>
        </p:sp>
        <p:pic>
          <p:nvPicPr>
            <p:cNvPr id="487" name="Google Shape;487;p46"/>
            <p:cNvPicPr preferRelativeResize="0"/>
            <p:nvPr/>
          </p:nvPicPr>
          <p:blipFill rotWithShape="1">
            <a:blip r:embed="rId8">
              <a:alphaModFix/>
            </a:blip>
            <a:srcRect b="0" l="0" r="0" t="0"/>
            <a:stretch/>
          </p:blipFill>
          <p:spPr>
            <a:xfrm>
              <a:off x="7959509" y="2531764"/>
              <a:ext cx="384018" cy="327360"/>
            </a:xfrm>
            <a:prstGeom prst="rect">
              <a:avLst/>
            </a:prstGeom>
            <a:noFill/>
            <a:ln>
              <a:noFill/>
            </a:ln>
          </p:spPr>
        </p:pic>
        <p:sp>
          <p:nvSpPr>
            <p:cNvPr id="488" name="Google Shape;488;p46"/>
            <p:cNvSpPr txBox="1"/>
            <p:nvPr/>
          </p:nvSpPr>
          <p:spPr>
            <a:xfrm>
              <a:off x="5408351" y="2676246"/>
              <a:ext cx="673261" cy="21544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400">
                  <a:solidFill>
                    <a:schemeClr val="dk1"/>
                  </a:solidFill>
                  <a:latin typeface="Calibri"/>
                  <a:ea typeface="Calibri"/>
                  <a:cs typeface="Calibri"/>
                  <a:sym typeface="Calibri"/>
                </a:rPr>
                <a:t>$2 billion</a:t>
              </a:r>
              <a:endParaRPr/>
            </a:p>
          </p:txBody>
        </p:sp>
        <p:sp>
          <p:nvSpPr>
            <p:cNvPr id="489" name="Google Shape;489;p46"/>
            <p:cNvSpPr txBox="1"/>
            <p:nvPr/>
          </p:nvSpPr>
          <p:spPr>
            <a:xfrm>
              <a:off x="6603584" y="2676246"/>
              <a:ext cx="744819" cy="21544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400">
                  <a:solidFill>
                    <a:schemeClr val="dk1"/>
                  </a:solidFill>
                  <a:latin typeface="Calibri"/>
                  <a:ea typeface="Calibri"/>
                  <a:cs typeface="Calibri"/>
                  <a:sym typeface="Calibri"/>
                </a:rPr>
                <a:t>11.5% YoY</a:t>
              </a:r>
              <a:endParaRPr/>
            </a:p>
          </p:txBody>
        </p:sp>
        <p:grpSp>
          <p:nvGrpSpPr>
            <p:cNvPr id="490" name="Google Shape;490;p46"/>
            <p:cNvGrpSpPr/>
            <p:nvPr/>
          </p:nvGrpSpPr>
          <p:grpSpPr>
            <a:xfrm>
              <a:off x="5122136" y="2676969"/>
              <a:ext cx="213998" cy="213998"/>
              <a:chOff x="4943906" y="2800461"/>
              <a:chExt cx="274090" cy="274090"/>
            </a:xfrm>
          </p:grpSpPr>
          <p:sp>
            <p:nvSpPr>
              <p:cNvPr id="491" name="Google Shape;491;p46"/>
              <p:cNvSpPr/>
              <p:nvPr/>
            </p:nvSpPr>
            <p:spPr>
              <a:xfrm>
                <a:off x="4943906" y="2800461"/>
                <a:ext cx="274090" cy="274090"/>
              </a:xfrm>
              <a:prstGeom prst="ellipse">
                <a:avLst/>
              </a:prstGeom>
              <a:solidFill>
                <a:srgbClr val="FBB0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18">
                  <a:solidFill>
                    <a:schemeClr val="lt1"/>
                  </a:solidFill>
                  <a:latin typeface="Calibri"/>
                  <a:ea typeface="Calibri"/>
                  <a:cs typeface="Calibri"/>
                  <a:sym typeface="Calibri"/>
                </a:endParaRPr>
              </a:p>
            </p:txBody>
          </p:sp>
          <p:pic>
            <p:nvPicPr>
              <p:cNvPr id="492" name="Google Shape;492;p46"/>
              <p:cNvPicPr preferRelativeResize="0"/>
              <p:nvPr/>
            </p:nvPicPr>
            <p:blipFill rotWithShape="1">
              <a:blip r:embed="rId9">
                <a:alphaModFix/>
              </a:blip>
              <a:srcRect b="0" l="0" r="0" t="0"/>
              <a:stretch/>
            </p:blipFill>
            <p:spPr>
              <a:xfrm rot="-8148441">
                <a:off x="5014276" y="2870831"/>
                <a:ext cx="133350" cy="133350"/>
              </a:xfrm>
              <a:prstGeom prst="rect">
                <a:avLst/>
              </a:prstGeom>
              <a:noFill/>
              <a:ln>
                <a:noFill/>
              </a:ln>
            </p:spPr>
          </p:pic>
        </p:grpSp>
        <p:grpSp>
          <p:nvGrpSpPr>
            <p:cNvPr id="493" name="Google Shape;493;p46"/>
            <p:cNvGrpSpPr/>
            <p:nvPr/>
          </p:nvGrpSpPr>
          <p:grpSpPr>
            <a:xfrm>
              <a:off x="6341336" y="2676969"/>
              <a:ext cx="213998" cy="213998"/>
              <a:chOff x="4943906" y="2800461"/>
              <a:chExt cx="274090" cy="274090"/>
            </a:xfrm>
          </p:grpSpPr>
          <p:sp>
            <p:nvSpPr>
              <p:cNvPr id="494" name="Google Shape;494;p46"/>
              <p:cNvSpPr/>
              <p:nvPr/>
            </p:nvSpPr>
            <p:spPr>
              <a:xfrm>
                <a:off x="4943906" y="2800461"/>
                <a:ext cx="274090" cy="274090"/>
              </a:xfrm>
              <a:prstGeom prst="ellipse">
                <a:avLst/>
              </a:prstGeom>
              <a:solidFill>
                <a:srgbClr val="FBB0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18">
                  <a:solidFill>
                    <a:schemeClr val="lt1"/>
                  </a:solidFill>
                  <a:latin typeface="Calibri"/>
                  <a:ea typeface="Calibri"/>
                  <a:cs typeface="Calibri"/>
                  <a:sym typeface="Calibri"/>
                </a:endParaRPr>
              </a:p>
            </p:txBody>
          </p:sp>
          <p:pic>
            <p:nvPicPr>
              <p:cNvPr id="495" name="Google Shape;495;p46"/>
              <p:cNvPicPr preferRelativeResize="0"/>
              <p:nvPr/>
            </p:nvPicPr>
            <p:blipFill rotWithShape="1">
              <a:blip r:embed="rId9">
                <a:alphaModFix/>
              </a:blip>
              <a:srcRect b="0" l="0" r="0" t="0"/>
              <a:stretch/>
            </p:blipFill>
            <p:spPr>
              <a:xfrm rot="-8148441">
                <a:off x="5014276" y="2870831"/>
                <a:ext cx="133350" cy="133350"/>
              </a:xfrm>
              <a:prstGeom prst="rect">
                <a:avLst/>
              </a:prstGeom>
              <a:noFill/>
              <a:ln>
                <a:noFill/>
              </a:ln>
            </p:spPr>
          </p:pic>
        </p:grpSp>
      </p:grpSp>
    </p:spTree>
  </p:cSld>
  <p:clrMapOvr>
    <a:masterClrMapping/>
  </p:clrMapOvr>
  <p:transition>
    <p:fade/>
  </p:transition>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47"/>
          <p:cNvSpPr txBox="1"/>
          <p:nvPr>
            <p:ph type="title"/>
          </p:nvPr>
        </p:nvSpPr>
        <p:spPr>
          <a:xfrm>
            <a:off x="192994" y="107917"/>
            <a:ext cx="7886195" cy="55302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rgbClr val="4E84C4"/>
              </a:buClr>
              <a:buSzPts val="2100"/>
              <a:buFont typeface="Calibri"/>
              <a:buNone/>
            </a:pPr>
            <a:r>
              <a:rPr lang="en-US"/>
              <a:t>Awards and recognition: Brand</a:t>
            </a:r>
            <a:endParaRPr/>
          </a:p>
        </p:txBody>
      </p:sp>
      <p:sp>
        <p:nvSpPr>
          <p:cNvPr id="501" name="Google Shape;501;p47"/>
          <p:cNvSpPr txBox="1"/>
          <p:nvPr>
            <p:ph idx="11" type="ftr"/>
          </p:nvPr>
        </p:nvSpPr>
        <p:spPr>
          <a:xfrm>
            <a:off x="4581524" y="4942596"/>
            <a:ext cx="1876425" cy="127170"/>
          </a:xfrm>
          <a:prstGeom prst="rect">
            <a:avLst/>
          </a:prstGeom>
          <a:noFill/>
          <a:ln>
            <a:noFill/>
          </a:ln>
        </p:spPr>
        <p:txBody>
          <a:bodyPr anchorCtr="0" anchor="ctr" bIns="45700" lIns="64000" spcFirstLastPara="1" rIns="91425" wrap="square" tIns="45700">
            <a:noAutofit/>
          </a:bodyPr>
          <a:lstStyle/>
          <a:p>
            <a:pPr indent="0" lvl="0" marL="0" marR="0" rtl="0" algn="l">
              <a:spcBef>
                <a:spcPts val="0"/>
              </a:spcBef>
              <a:spcAft>
                <a:spcPts val="0"/>
              </a:spcAft>
              <a:buNone/>
            </a:pPr>
            <a:r>
              <a:rPr lang="en-US" sz="700">
                <a:solidFill>
                  <a:srgbClr val="3F3F3F"/>
                </a:solidFill>
                <a:latin typeface="Calibri"/>
                <a:ea typeface="Calibri"/>
                <a:cs typeface="Calibri"/>
                <a:sym typeface="Calibri"/>
              </a:rPr>
              <a:t>TCS confidential</a:t>
            </a:r>
            <a:endParaRPr/>
          </a:p>
        </p:txBody>
      </p:sp>
      <p:sp>
        <p:nvSpPr>
          <p:cNvPr id="502" name="Google Shape;502;p47"/>
          <p:cNvSpPr txBox="1"/>
          <p:nvPr/>
        </p:nvSpPr>
        <p:spPr>
          <a:xfrm>
            <a:off x="259904" y="4201527"/>
            <a:ext cx="8606284" cy="48765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TCS named to World’s Most Admired Companies List by FORTUNE® Magazine</a:t>
            </a:r>
            <a:endParaRPr/>
          </a:p>
          <a:p>
            <a:pPr indent="0" lvl="0" marL="0" marR="0" rtl="0" algn="l">
              <a:lnSpc>
                <a:spcPct val="90000"/>
              </a:lnSpc>
              <a:spcBef>
                <a:spcPts val="0"/>
              </a:spcBef>
              <a:spcAft>
                <a:spcPts val="0"/>
              </a:spcAft>
              <a:buClr>
                <a:schemeClr val="dk1"/>
              </a:buClr>
              <a:buSzPts val="1100"/>
              <a:buFont typeface="Calibri"/>
              <a:buNone/>
            </a:pPr>
            <a:r>
              <a:rPr b="0" i="0" lang="en-US" sz="1100" u="sng" cap="none" strike="noStrike">
                <a:solidFill>
                  <a:schemeClr val="hlink"/>
                </a:solidFill>
                <a:latin typeface="Calibri"/>
                <a:ea typeface="Calibri"/>
                <a:cs typeface="Calibri"/>
                <a:sym typeface="Calibri"/>
                <a:hlinkClick r:id="rId3"/>
              </a:rPr>
              <a:t>https://www.tcs.com/who-we-are/newsroom/press-release/tcs-named-world-most-admired-companies-list-fortune-magazine</a:t>
            </a:r>
            <a:endParaRPr b="0" i="0" sz="1100" u="none" cap="none" strike="noStrike">
              <a:solidFill>
                <a:schemeClr val="dk1"/>
              </a:solidFill>
              <a:latin typeface="Calibri"/>
              <a:ea typeface="Calibri"/>
              <a:cs typeface="Calibri"/>
              <a:sym typeface="Calibri"/>
            </a:endParaRPr>
          </a:p>
        </p:txBody>
      </p:sp>
      <p:sp>
        <p:nvSpPr>
          <p:cNvPr id="503" name="Google Shape;503;p47"/>
          <p:cNvSpPr/>
          <p:nvPr/>
        </p:nvSpPr>
        <p:spPr>
          <a:xfrm>
            <a:off x="288235" y="602330"/>
            <a:ext cx="8567530" cy="3568700"/>
          </a:xfrm>
          <a:prstGeom prst="roundRect">
            <a:avLst>
              <a:gd fmla="val 4013" name="adj"/>
            </a:avLst>
          </a:prstGeom>
          <a:noFill/>
          <a:ln cap="flat" cmpd="sng" w="12700">
            <a:solidFill>
              <a:srgbClr val="A5A5A5"/>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600"/>
              <a:buFont typeface="Calibri"/>
              <a:buNone/>
            </a:pPr>
            <a:r>
              <a:t/>
            </a:r>
            <a:endParaRPr b="0" i="0" sz="1600" u="none" cap="none" strike="noStrike">
              <a:solidFill>
                <a:srgbClr val="000000"/>
              </a:solidFill>
              <a:latin typeface="Calibri"/>
              <a:ea typeface="Calibri"/>
              <a:cs typeface="Calibri"/>
              <a:sym typeface="Calibri"/>
            </a:endParaRPr>
          </a:p>
        </p:txBody>
      </p:sp>
      <p:sp>
        <p:nvSpPr>
          <p:cNvPr id="504" name="Google Shape;504;p47"/>
          <p:cNvSpPr txBox="1"/>
          <p:nvPr>
            <p:ph idx="12" type="sldNum"/>
          </p:nvPr>
        </p:nvSpPr>
        <p:spPr>
          <a:xfrm>
            <a:off x="4299348" y="4942596"/>
            <a:ext cx="300588" cy="12717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fld id="{00000000-1234-1234-1234-123412341234}" type="slidenum">
              <a:rPr lang="en-US"/>
              <a:t>‹#›</a:t>
            </a:fld>
            <a:endParaRPr/>
          </a:p>
        </p:txBody>
      </p:sp>
      <p:pic>
        <p:nvPicPr>
          <p:cNvPr id="505" name="Google Shape;505;p47"/>
          <p:cNvPicPr preferRelativeResize="0"/>
          <p:nvPr/>
        </p:nvPicPr>
        <p:blipFill rotWithShape="1">
          <a:blip r:embed="rId4">
            <a:alphaModFix/>
          </a:blip>
          <a:srcRect b="0" l="0" r="0" t="0"/>
          <a:stretch/>
        </p:blipFill>
        <p:spPr>
          <a:xfrm>
            <a:off x="2489753" y="1555745"/>
            <a:ext cx="1351296" cy="986953"/>
          </a:xfrm>
          <a:prstGeom prst="rect">
            <a:avLst/>
          </a:prstGeom>
          <a:noFill/>
          <a:ln>
            <a:noFill/>
          </a:ln>
        </p:spPr>
      </p:pic>
      <p:pic>
        <p:nvPicPr>
          <p:cNvPr id="506" name="Google Shape;506;p47"/>
          <p:cNvPicPr preferRelativeResize="0"/>
          <p:nvPr/>
        </p:nvPicPr>
        <p:blipFill rotWithShape="1">
          <a:blip r:embed="rId5">
            <a:alphaModFix/>
          </a:blip>
          <a:srcRect b="7064" l="4016" r="4454" t="7064"/>
          <a:stretch/>
        </p:blipFill>
        <p:spPr>
          <a:xfrm>
            <a:off x="431130" y="1529373"/>
            <a:ext cx="1917215" cy="1004648"/>
          </a:xfrm>
          <a:prstGeom prst="roundRect">
            <a:avLst>
              <a:gd fmla="val 6937" name="adj"/>
            </a:avLst>
          </a:prstGeom>
          <a:noFill/>
          <a:ln>
            <a:noFill/>
          </a:ln>
        </p:spPr>
      </p:pic>
      <p:pic>
        <p:nvPicPr>
          <p:cNvPr descr="Logo&#10;&#10;Description automatically generated" id="507" name="Google Shape;507;p47"/>
          <p:cNvPicPr preferRelativeResize="0"/>
          <p:nvPr/>
        </p:nvPicPr>
        <p:blipFill rotWithShape="1">
          <a:blip r:embed="rId6">
            <a:alphaModFix/>
          </a:blip>
          <a:srcRect b="0" l="0" r="0" t="0"/>
          <a:stretch/>
        </p:blipFill>
        <p:spPr>
          <a:xfrm>
            <a:off x="3982457" y="1830146"/>
            <a:ext cx="1953876" cy="446513"/>
          </a:xfrm>
          <a:prstGeom prst="rect">
            <a:avLst/>
          </a:prstGeom>
          <a:noFill/>
          <a:ln>
            <a:noFill/>
          </a:ln>
        </p:spPr>
      </p:pic>
      <p:pic>
        <p:nvPicPr>
          <p:cNvPr descr="Logo&#10;&#10;Description automatically generated" id="508" name="Google Shape;508;p47"/>
          <p:cNvPicPr preferRelativeResize="0"/>
          <p:nvPr/>
        </p:nvPicPr>
        <p:blipFill rotWithShape="1">
          <a:blip r:embed="rId7">
            <a:alphaModFix/>
          </a:blip>
          <a:srcRect b="0" l="24411" r="24559" t="1838"/>
          <a:stretch/>
        </p:blipFill>
        <p:spPr>
          <a:xfrm>
            <a:off x="6139297" y="1653205"/>
            <a:ext cx="1282957" cy="1246908"/>
          </a:xfrm>
          <a:prstGeom prst="rect">
            <a:avLst/>
          </a:prstGeom>
          <a:noFill/>
          <a:ln>
            <a:noFill/>
          </a:ln>
        </p:spPr>
      </p:pic>
      <p:pic>
        <p:nvPicPr>
          <p:cNvPr id="509" name="Google Shape;509;p47"/>
          <p:cNvPicPr preferRelativeResize="0"/>
          <p:nvPr/>
        </p:nvPicPr>
        <p:blipFill rotWithShape="1">
          <a:blip r:embed="rId8">
            <a:alphaModFix/>
          </a:blip>
          <a:srcRect b="8280" l="17955" r="17810" t="9418"/>
          <a:stretch/>
        </p:blipFill>
        <p:spPr>
          <a:xfrm>
            <a:off x="7632001" y="647631"/>
            <a:ext cx="930127" cy="1493048"/>
          </a:xfrm>
          <a:prstGeom prst="rect">
            <a:avLst/>
          </a:prstGeom>
          <a:noFill/>
          <a:ln>
            <a:noFill/>
          </a:ln>
        </p:spPr>
      </p:pic>
      <p:pic>
        <p:nvPicPr>
          <p:cNvPr id="510" name="Google Shape;510;p47"/>
          <p:cNvPicPr preferRelativeResize="0"/>
          <p:nvPr/>
        </p:nvPicPr>
        <p:blipFill rotWithShape="1">
          <a:blip r:embed="rId9">
            <a:alphaModFix/>
          </a:blip>
          <a:srcRect b="4543" l="18768" r="18768" t="11152"/>
          <a:stretch/>
        </p:blipFill>
        <p:spPr>
          <a:xfrm>
            <a:off x="5162142" y="3398534"/>
            <a:ext cx="677263" cy="609005"/>
          </a:xfrm>
          <a:prstGeom prst="rect">
            <a:avLst/>
          </a:prstGeom>
          <a:noFill/>
          <a:ln>
            <a:noFill/>
          </a:ln>
        </p:spPr>
      </p:pic>
      <p:pic>
        <p:nvPicPr>
          <p:cNvPr descr="Logo, company name&#10;&#10;Description automatically generated" id="511" name="Google Shape;511;p47"/>
          <p:cNvPicPr preferRelativeResize="0"/>
          <p:nvPr/>
        </p:nvPicPr>
        <p:blipFill rotWithShape="1">
          <a:blip r:embed="rId10">
            <a:alphaModFix/>
          </a:blip>
          <a:srcRect b="5036" l="22407" r="22870" t="8712"/>
          <a:stretch/>
        </p:blipFill>
        <p:spPr>
          <a:xfrm>
            <a:off x="6342235" y="3237151"/>
            <a:ext cx="718359" cy="707653"/>
          </a:xfrm>
          <a:prstGeom prst="rect">
            <a:avLst/>
          </a:prstGeom>
          <a:noFill/>
          <a:ln>
            <a:noFill/>
          </a:ln>
        </p:spPr>
      </p:pic>
      <p:pic>
        <p:nvPicPr>
          <p:cNvPr descr="Thought Industries Wins Gold for 2022 Brandon Hall Group Excellence in  Technology Award" id="512" name="Google Shape;512;p47"/>
          <p:cNvPicPr preferRelativeResize="0"/>
          <p:nvPr/>
        </p:nvPicPr>
        <p:blipFill rotWithShape="1">
          <a:blip r:embed="rId11">
            <a:alphaModFix/>
          </a:blip>
          <a:srcRect b="0" l="9032" r="10322" t="0"/>
          <a:stretch/>
        </p:blipFill>
        <p:spPr>
          <a:xfrm>
            <a:off x="7563422" y="3351466"/>
            <a:ext cx="1085094" cy="703141"/>
          </a:xfrm>
          <a:prstGeom prst="rect">
            <a:avLst/>
          </a:prstGeom>
          <a:noFill/>
          <a:ln>
            <a:noFill/>
          </a:ln>
        </p:spPr>
      </p:pic>
      <p:pic>
        <p:nvPicPr>
          <p:cNvPr descr="A picture containing logo&#10;&#10;Description automatically generated" id="513" name="Google Shape;513;p47"/>
          <p:cNvPicPr preferRelativeResize="0"/>
          <p:nvPr/>
        </p:nvPicPr>
        <p:blipFill rotWithShape="1">
          <a:blip r:embed="rId12">
            <a:alphaModFix/>
          </a:blip>
          <a:srcRect b="0" l="0" r="0" t="0"/>
          <a:stretch/>
        </p:blipFill>
        <p:spPr>
          <a:xfrm>
            <a:off x="495484" y="3461268"/>
            <a:ext cx="1422274" cy="483536"/>
          </a:xfrm>
          <a:prstGeom prst="rect">
            <a:avLst/>
          </a:prstGeom>
          <a:noFill/>
          <a:ln>
            <a:noFill/>
          </a:ln>
        </p:spPr>
      </p:pic>
      <p:pic>
        <p:nvPicPr>
          <p:cNvPr descr="A blue square with black background&#10;&#10;Description automatically generated" id="514" name="Google Shape;514;p47"/>
          <p:cNvPicPr preferRelativeResize="0"/>
          <p:nvPr/>
        </p:nvPicPr>
        <p:blipFill rotWithShape="1">
          <a:blip r:embed="rId13">
            <a:alphaModFix/>
          </a:blip>
          <a:srcRect b="0" l="0" r="0" t="0"/>
          <a:stretch/>
        </p:blipFill>
        <p:spPr>
          <a:xfrm>
            <a:off x="2420588" y="3530073"/>
            <a:ext cx="1031810" cy="345926"/>
          </a:xfrm>
          <a:prstGeom prst="rect">
            <a:avLst/>
          </a:prstGeom>
          <a:noFill/>
          <a:ln>
            <a:noFill/>
          </a:ln>
        </p:spPr>
      </p:pic>
      <p:pic>
        <p:nvPicPr>
          <p:cNvPr descr="EcoVadis Gold Award 2023 | Datwyler" id="515" name="Google Shape;515;p47"/>
          <p:cNvPicPr preferRelativeResize="0"/>
          <p:nvPr/>
        </p:nvPicPr>
        <p:blipFill rotWithShape="1">
          <a:blip r:embed="rId14">
            <a:alphaModFix/>
          </a:blip>
          <a:srcRect b="3457" l="18476" r="18863" t="2716"/>
          <a:stretch/>
        </p:blipFill>
        <p:spPr>
          <a:xfrm>
            <a:off x="3955228" y="3351970"/>
            <a:ext cx="704084" cy="702132"/>
          </a:xfrm>
          <a:prstGeom prst="rect">
            <a:avLst/>
          </a:prstGeom>
          <a:noFill/>
          <a:ln>
            <a:noFill/>
          </a:ln>
        </p:spPr>
      </p:pic>
      <p:pic>
        <p:nvPicPr>
          <p:cNvPr descr="Logo&#10;&#10;Description automatically generated" id="516" name="Google Shape;516;p47"/>
          <p:cNvPicPr preferRelativeResize="0"/>
          <p:nvPr/>
        </p:nvPicPr>
        <p:blipFill rotWithShape="1">
          <a:blip r:embed="rId15">
            <a:alphaModFix/>
          </a:blip>
          <a:srcRect b="0" l="0" r="0" t="0"/>
          <a:stretch/>
        </p:blipFill>
        <p:spPr>
          <a:xfrm>
            <a:off x="397414" y="2661296"/>
            <a:ext cx="1126718" cy="492060"/>
          </a:xfrm>
          <a:prstGeom prst="rect">
            <a:avLst/>
          </a:prstGeom>
          <a:noFill/>
          <a:ln>
            <a:noFill/>
          </a:ln>
        </p:spPr>
      </p:pic>
      <p:pic>
        <p:nvPicPr>
          <p:cNvPr descr="2022 Marketing Excellence Awards—Call for Entries: Honoring the Best in B2B  Services and Solutions Marketing -- ITSMA | PRLog" id="517" name="Google Shape;517;p47"/>
          <p:cNvPicPr preferRelativeResize="0"/>
          <p:nvPr/>
        </p:nvPicPr>
        <p:blipFill rotWithShape="1">
          <a:blip r:embed="rId16">
            <a:alphaModFix/>
          </a:blip>
          <a:srcRect b="-1" l="0" r="3717" t="3879"/>
          <a:stretch/>
        </p:blipFill>
        <p:spPr>
          <a:xfrm>
            <a:off x="3545399" y="2626664"/>
            <a:ext cx="1052548" cy="561325"/>
          </a:xfrm>
          <a:prstGeom prst="rect">
            <a:avLst/>
          </a:prstGeom>
          <a:noFill/>
          <a:ln>
            <a:noFill/>
          </a:ln>
        </p:spPr>
      </p:pic>
      <p:pic>
        <p:nvPicPr>
          <p:cNvPr descr="A close-up of a logo&#10;&#10;Description automatically generated" id="518" name="Google Shape;518;p47"/>
          <p:cNvPicPr preferRelativeResize="0"/>
          <p:nvPr/>
        </p:nvPicPr>
        <p:blipFill rotWithShape="1">
          <a:blip r:embed="rId17">
            <a:alphaModFix/>
          </a:blip>
          <a:srcRect b="0" l="0" r="0" t="0"/>
          <a:stretch/>
        </p:blipFill>
        <p:spPr>
          <a:xfrm>
            <a:off x="4810243" y="2636007"/>
            <a:ext cx="1181175" cy="542639"/>
          </a:xfrm>
          <a:prstGeom prst="rect">
            <a:avLst/>
          </a:prstGeom>
          <a:noFill/>
          <a:ln>
            <a:noFill/>
          </a:ln>
        </p:spPr>
      </p:pic>
      <p:pic>
        <p:nvPicPr>
          <p:cNvPr descr="A blue text on a black background" id="519" name="Google Shape;519;p47"/>
          <p:cNvPicPr preferRelativeResize="0"/>
          <p:nvPr/>
        </p:nvPicPr>
        <p:blipFill rotWithShape="1">
          <a:blip r:embed="rId18">
            <a:alphaModFix/>
          </a:blip>
          <a:srcRect b="27893" l="0" r="0" t="32270"/>
          <a:stretch/>
        </p:blipFill>
        <p:spPr>
          <a:xfrm>
            <a:off x="1736427" y="2743010"/>
            <a:ext cx="1596677" cy="328632"/>
          </a:xfrm>
          <a:prstGeom prst="rect">
            <a:avLst/>
          </a:prstGeom>
          <a:noFill/>
          <a:ln>
            <a:noFill/>
          </a:ln>
        </p:spPr>
      </p:pic>
      <p:sp>
        <p:nvSpPr>
          <p:cNvPr id="520" name="Google Shape;520;p47"/>
          <p:cNvSpPr/>
          <p:nvPr/>
        </p:nvSpPr>
        <p:spPr>
          <a:xfrm>
            <a:off x="288235" y="602330"/>
            <a:ext cx="8567530" cy="3568700"/>
          </a:xfrm>
          <a:prstGeom prst="roundRect">
            <a:avLst>
              <a:gd fmla="val 4013" name="adj"/>
            </a:avLst>
          </a:prstGeom>
          <a:noFill/>
          <a:ln cap="flat" cmpd="sng" w="12700">
            <a:solidFill>
              <a:srgbClr val="A5A5A5"/>
            </a:solidFill>
            <a:prstDash val="dash"/>
            <a:miter lim="8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600"/>
              <a:buFont typeface="Calibri"/>
              <a:buNone/>
            </a:pPr>
            <a:r>
              <a:t/>
            </a:r>
            <a:endParaRPr b="0" i="0" sz="1600" u="none" cap="none" strike="noStrike">
              <a:solidFill>
                <a:srgbClr val="000000"/>
              </a:solidFill>
              <a:latin typeface="Calibri"/>
              <a:ea typeface="Calibri"/>
              <a:cs typeface="Calibri"/>
              <a:sym typeface="Calibri"/>
            </a:endParaRPr>
          </a:p>
        </p:txBody>
      </p:sp>
      <p:pic>
        <p:nvPicPr>
          <p:cNvPr id="521" name="Google Shape;521;p47"/>
          <p:cNvPicPr preferRelativeResize="0"/>
          <p:nvPr/>
        </p:nvPicPr>
        <p:blipFill rotWithShape="1">
          <a:blip r:embed="rId19">
            <a:alphaModFix/>
          </a:blip>
          <a:srcRect b="0" l="0" r="0" t="0"/>
          <a:stretch/>
        </p:blipFill>
        <p:spPr>
          <a:xfrm>
            <a:off x="7465352" y="2449839"/>
            <a:ext cx="1281234" cy="680360"/>
          </a:xfrm>
          <a:prstGeom prst="rect">
            <a:avLst/>
          </a:prstGeom>
          <a:noFill/>
          <a:ln>
            <a:noFill/>
          </a:ln>
        </p:spPr>
      </p:pic>
      <p:grpSp>
        <p:nvGrpSpPr>
          <p:cNvPr id="522" name="Google Shape;522;p47"/>
          <p:cNvGrpSpPr/>
          <p:nvPr/>
        </p:nvGrpSpPr>
        <p:grpSpPr>
          <a:xfrm>
            <a:off x="410640" y="681356"/>
            <a:ext cx="6916860" cy="704757"/>
            <a:chOff x="410640" y="681357"/>
            <a:chExt cx="5790829" cy="590026"/>
          </a:xfrm>
        </p:grpSpPr>
        <p:pic>
          <p:nvPicPr>
            <p:cNvPr id="523" name="Google Shape;523;p47"/>
            <p:cNvPicPr preferRelativeResize="0"/>
            <p:nvPr/>
          </p:nvPicPr>
          <p:blipFill rotWithShape="1">
            <a:blip r:embed="rId20">
              <a:alphaModFix/>
            </a:blip>
            <a:srcRect b="0" l="0" r="0" t="0"/>
            <a:stretch/>
          </p:blipFill>
          <p:spPr>
            <a:xfrm>
              <a:off x="410640" y="681357"/>
              <a:ext cx="1285700" cy="587599"/>
            </a:xfrm>
            <a:prstGeom prst="rect">
              <a:avLst/>
            </a:prstGeom>
            <a:noFill/>
            <a:ln>
              <a:noFill/>
            </a:ln>
          </p:spPr>
        </p:pic>
        <p:pic>
          <p:nvPicPr>
            <p:cNvPr id="524" name="Google Shape;524;p47"/>
            <p:cNvPicPr preferRelativeResize="0"/>
            <p:nvPr/>
          </p:nvPicPr>
          <p:blipFill rotWithShape="1">
            <a:blip r:embed="rId21">
              <a:alphaModFix/>
            </a:blip>
            <a:srcRect b="0" l="0" r="0" t="0"/>
            <a:stretch/>
          </p:blipFill>
          <p:spPr>
            <a:xfrm>
              <a:off x="4960543" y="693578"/>
              <a:ext cx="1240926" cy="567136"/>
            </a:xfrm>
            <a:prstGeom prst="rect">
              <a:avLst/>
            </a:prstGeom>
            <a:noFill/>
            <a:ln>
              <a:noFill/>
            </a:ln>
          </p:spPr>
        </p:pic>
        <p:pic>
          <p:nvPicPr>
            <p:cNvPr id="525" name="Google Shape;525;p47"/>
            <p:cNvPicPr preferRelativeResize="0"/>
            <p:nvPr/>
          </p:nvPicPr>
          <p:blipFill rotWithShape="1">
            <a:blip r:embed="rId22">
              <a:alphaModFix/>
            </a:blip>
            <a:srcRect b="0" l="0" r="0" t="0"/>
            <a:stretch/>
          </p:blipFill>
          <p:spPr>
            <a:xfrm>
              <a:off x="3449832" y="691904"/>
              <a:ext cx="1267932" cy="579479"/>
            </a:xfrm>
            <a:prstGeom prst="rect">
              <a:avLst/>
            </a:prstGeom>
            <a:noFill/>
            <a:ln>
              <a:noFill/>
            </a:ln>
          </p:spPr>
        </p:pic>
        <p:pic>
          <p:nvPicPr>
            <p:cNvPr id="526" name="Google Shape;526;p47"/>
            <p:cNvPicPr preferRelativeResize="0"/>
            <p:nvPr/>
          </p:nvPicPr>
          <p:blipFill rotWithShape="1">
            <a:blip r:embed="rId23">
              <a:alphaModFix/>
            </a:blip>
            <a:srcRect b="0" l="0" r="0" t="0"/>
            <a:stretch/>
          </p:blipFill>
          <p:spPr>
            <a:xfrm>
              <a:off x="1939120" y="688021"/>
              <a:ext cx="1267932" cy="579479"/>
            </a:xfrm>
            <a:prstGeom prst="rect">
              <a:avLst/>
            </a:prstGeom>
            <a:noFill/>
            <a:ln>
              <a:noFill/>
            </a:ln>
          </p:spPr>
        </p:pic>
      </p:gr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Content Slide_White">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itle Slide_White Blue 1">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Thank Slide_White">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Title Slide_Black Blue 1">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Blank Slide_Black">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xmlns:r="http://schemas.openxmlformats.org/officeDocument/2006/relationships" name="1_Content Slide_Black">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xmlns:r="http://schemas.openxmlformats.org/officeDocument/2006/relationships" name="1_Title Slide_White Blue_without image">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xmlns:r="http://schemas.openxmlformats.org/officeDocument/2006/relationships" name="Thank Slide_Black">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0.xml><?xml version="1.0" encoding="utf-8"?>
<a:theme xmlns:a="http://schemas.openxmlformats.org/drawingml/2006/main" xmlns:r="http://schemas.openxmlformats.org/officeDocument/2006/relationships" name="1_Title Slide_Black Blue_without imag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1.xml><?xml version="1.0" encoding="utf-8"?>
<a:theme xmlns:a="http://schemas.openxmlformats.org/drawingml/2006/main" xmlns:r="http://schemas.openxmlformats.org/officeDocument/2006/relationships" name="Divider Slide_Black">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2.xml><?xml version="1.0" encoding="utf-8"?>
<a:theme xmlns:a="http://schemas.openxmlformats.org/drawingml/2006/main" xmlns:r="http://schemas.openxmlformats.org/officeDocument/2006/relationships" name="1_Divider Slide_White">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